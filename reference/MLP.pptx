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6.xml" ContentType="application/inkml+xml"/>
  <Override PartName="/ppt/ink/ink7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8" r:id="rId1"/>
  </p:sldMasterIdLst>
  <p:notesMasterIdLst>
    <p:notesMasterId r:id="rId23"/>
  </p:notesMasterIdLst>
  <p:sldIdLst>
    <p:sldId id="256" r:id="rId2"/>
    <p:sldId id="257" r:id="rId3"/>
    <p:sldId id="268" r:id="rId4"/>
    <p:sldId id="269" r:id="rId5"/>
    <p:sldId id="270" r:id="rId6"/>
    <p:sldId id="272" r:id="rId7"/>
    <p:sldId id="273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6" r:id="rId16"/>
    <p:sldId id="274" r:id="rId17"/>
    <p:sldId id="275" r:id="rId18"/>
    <p:sldId id="279" r:id="rId19"/>
    <p:sldId id="280" r:id="rId20"/>
    <p:sldId id="276" r:id="rId21"/>
    <p:sldId id="278" r:id="rId22"/>
  </p:sldIdLst>
  <p:sldSz cx="12192000" cy="6858000"/>
  <p:notesSz cx="7099300" cy="102346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C63"/>
    <a:srgbClr val="B31F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4873F0-2D58-DF46-A3ED-A59E419EABB5}" v="1833" dt="2025-09-22T11:33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79"/>
    <p:restoredTop sz="94631"/>
  </p:normalViewPr>
  <p:slideViewPr>
    <p:cSldViewPr snapToGrid="0">
      <p:cViewPr>
        <p:scale>
          <a:sx n="100" d="100"/>
          <a:sy n="100" d="100"/>
        </p:scale>
        <p:origin x="1002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민찬 주" userId="6a2b1774923cf756" providerId="LiveId" clId="{504873F0-2D58-DF46-A3ED-A59E419EABB5}"/>
    <pc:docChg chg="undo custSel addSld delSld modSld">
      <pc:chgData name="민찬 주" userId="6a2b1774923cf756" providerId="LiveId" clId="{504873F0-2D58-DF46-A3ED-A59E419EABB5}" dt="2025-09-22T12:00:44.972" v="577" actId="20577"/>
      <pc:docMkLst>
        <pc:docMk/>
      </pc:docMkLst>
      <pc:sldChg chg="modSp mod">
        <pc:chgData name="민찬 주" userId="6a2b1774923cf756" providerId="LiveId" clId="{504873F0-2D58-DF46-A3ED-A59E419EABB5}" dt="2025-09-22T12:00:44.972" v="577" actId="20577"/>
        <pc:sldMkLst>
          <pc:docMk/>
          <pc:sldMk cId="815705024" sldId="256"/>
        </pc:sldMkLst>
        <pc:spChg chg="mod">
          <ac:chgData name="민찬 주" userId="6a2b1774923cf756" providerId="LiveId" clId="{504873F0-2D58-DF46-A3ED-A59E419EABB5}" dt="2025-09-22T12:00:18.667" v="483" actId="20577"/>
          <ac:spMkLst>
            <pc:docMk/>
            <pc:sldMk cId="815705024" sldId="256"/>
            <ac:spMk id="2" creationId="{7E9CD806-55D9-323E-A324-78FEA4BBE475}"/>
          </ac:spMkLst>
        </pc:spChg>
        <pc:spChg chg="mod">
          <ac:chgData name="민찬 주" userId="6a2b1774923cf756" providerId="LiveId" clId="{504873F0-2D58-DF46-A3ED-A59E419EABB5}" dt="2025-09-22T12:00:44.972" v="577" actId="20577"/>
          <ac:spMkLst>
            <pc:docMk/>
            <pc:sldMk cId="815705024" sldId="256"/>
            <ac:spMk id="3" creationId="{49C395A7-5311-E7CC-C98C-A2B16087FCC2}"/>
          </ac:spMkLst>
        </pc:spChg>
      </pc:sldChg>
      <pc:sldChg chg="modSp mod">
        <pc:chgData name="민찬 주" userId="6a2b1774923cf756" providerId="LiveId" clId="{504873F0-2D58-DF46-A3ED-A59E419EABB5}" dt="2025-09-22T11:59:44.357" v="417" actId="20577"/>
        <pc:sldMkLst>
          <pc:docMk/>
          <pc:sldMk cId="1659377132" sldId="257"/>
        </pc:sldMkLst>
        <pc:spChg chg="mod">
          <ac:chgData name="민찬 주" userId="6a2b1774923cf756" providerId="LiveId" clId="{504873F0-2D58-DF46-A3ED-A59E419EABB5}" dt="2025-09-22T11:59:44.357" v="417" actId="20577"/>
          <ac:spMkLst>
            <pc:docMk/>
            <pc:sldMk cId="1659377132" sldId="257"/>
            <ac:spMk id="13" creationId="{D42E3489-3198-40AC-3237-FE21A6F587C5}"/>
          </ac:spMkLst>
        </pc:spChg>
        <pc:graphicFrameChg chg="mod modGraphic">
          <ac:chgData name="민찬 주" userId="6a2b1774923cf756" providerId="LiveId" clId="{504873F0-2D58-DF46-A3ED-A59E419EABB5}" dt="2025-09-22T10:56:14.150" v="283" actId="1076"/>
          <ac:graphicFrameMkLst>
            <pc:docMk/>
            <pc:sldMk cId="1659377132" sldId="257"/>
            <ac:graphicFrameMk id="14" creationId="{1A0E014D-4A6B-F56C-A7B0-1FDA97961B8D}"/>
          </ac:graphicFrameMkLst>
        </pc:graphicFrameChg>
      </pc:sldChg>
      <pc:sldChg chg="modSp">
        <pc:chgData name="민찬 주" userId="6a2b1774923cf756" providerId="LiveId" clId="{504873F0-2D58-DF46-A3ED-A59E419EABB5}" dt="2025-09-22T11:33:35.287" v="408" actId="20577"/>
        <pc:sldMkLst>
          <pc:docMk/>
          <pc:sldMk cId="3537431062" sldId="266"/>
        </pc:sldMkLst>
        <pc:spChg chg="mod">
          <ac:chgData name="민찬 주" userId="6a2b1774923cf756" providerId="LiveId" clId="{504873F0-2D58-DF46-A3ED-A59E419EABB5}" dt="2025-09-22T11:33:35.287" v="408" actId="20577"/>
          <ac:spMkLst>
            <pc:docMk/>
            <pc:sldMk cId="3537431062" sldId="266"/>
            <ac:spMk id="3" creationId="{E4989F40-6FBB-493B-569C-B170403CA140}"/>
          </ac:spMkLst>
        </pc:spChg>
      </pc:sldChg>
      <pc:sldChg chg="new del">
        <pc:chgData name="민찬 주" userId="6a2b1774923cf756" providerId="LiveId" clId="{504873F0-2D58-DF46-A3ED-A59E419EABB5}" dt="2025-09-22T10:46:34.663" v="2" actId="2696"/>
        <pc:sldMkLst>
          <pc:docMk/>
          <pc:sldMk cId="3599771450" sldId="267"/>
        </pc:sldMkLst>
      </pc:sldChg>
      <pc:sldChg chg="modSp new mod">
        <pc:chgData name="민찬 주" userId="6a2b1774923cf756" providerId="LiveId" clId="{504873F0-2D58-DF46-A3ED-A59E419EABB5}" dt="2025-09-22T10:58:00.872" v="316" actId="20577"/>
        <pc:sldMkLst>
          <pc:docMk/>
          <pc:sldMk cId="3609900809" sldId="268"/>
        </pc:sldMkLst>
        <pc:spChg chg="mod">
          <ac:chgData name="민찬 주" userId="6a2b1774923cf756" providerId="LiveId" clId="{504873F0-2D58-DF46-A3ED-A59E419EABB5}" dt="2025-09-22T10:46:52.128" v="21" actId="20577"/>
          <ac:spMkLst>
            <pc:docMk/>
            <pc:sldMk cId="3609900809" sldId="268"/>
            <ac:spMk id="2" creationId="{CD216743-D261-E79A-194B-B23AE090BF2B}"/>
          </ac:spMkLst>
        </pc:spChg>
        <pc:spChg chg="mod">
          <ac:chgData name="민찬 주" userId="6a2b1774923cf756" providerId="LiveId" clId="{504873F0-2D58-DF46-A3ED-A59E419EABB5}" dt="2025-09-22T10:58:00.872" v="316" actId="20577"/>
          <ac:spMkLst>
            <pc:docMk/>
            <pc:sldMk cId="3609900809" sldId="268"/>
            <ac:spMk id="3" creationId="{44995273-6A76-B792-5DA8-8EEB1D7F88C5}"/>
          </ac:spMkLst>
        </pc:spChg>
      </pc:sldChg>
      <pc:sldChg chg="modSp new mod">
        <pc:chgData name="민찬 주" userId="6a2b1774923cf756" providerId="LiveId" clId="{504873F0-2D58-DF46-A3ED-A59E419EABB5}" dt="2025-09-22T10:59:09.861" v="338" actId="20577"/>
        <pc:sldMkLst>
          <pc:docMk/>
          <pc:sldMk cId="4279460589" sldId="269"/>
        </pc:sldMkLst>
        <pc:spChg chg="mod">
          <ac:chgData name="민찬 주" userId="6a2b1774923cf756" providerId="LiveId" clId="{504873F0-2D58-DF46-A3ED-A59E419EABB5}" dt="2025-09-22T10:48:07.894" v="28"/>
          <ac:spMkLst>
            <pc:docMk/>
            <pc:sldMk cId="4279460589" sldId="269"/>
            <ac:spMk id="2" creationId="{F5651DA8-74CD-2665-CF3F-DB64B89CE576}"/>
          </ac:spMkLst>
        </pc:spChg>
        <pc:spChg chg="mod">
          <ac:chgData name="민찬 주" userId="6a2b1774923cf756" providerId="LiveId" clId="{504873F0-2D58-DF46-A3ED-A59E419EABB5}" dt="2025-09-22T10:59:09.861" v="338" actId="20577"/>
          <ac:spMkLst>
            <pc:docMk/>
            <pc:sldMk cId="4279460589" sldId="269"/>
            <ac:spMk id="3" creationId="{1E213491-6C73-CD4F-1FD3-D671C1505821}"/>
          </ac:spMkLst>
        </pc:spChg>
      </pc:sldChg>
      <pc:sldChg chg="modSp add mod">
        <pc:chgData name="민찬 주" userId="6a2b1774923cf756" providerId="LiveId" clId="{504873F0-2D58-DF46-A3ED-A59E419EABB5}" dt="2025-09-22T11:05:28.537" v="391" actId="6549"/>
        <pc:sldMkLst>
          <pc:docMk/>
          <pc:sldMk cId="3069909540" sldId="270"/>
        </pc:sldMkLst>
        <pc:spChg chg="mod">
          <ac:chgData name="민찬 주" userId="6a2b1774923cf756" providerId="LiveId" clId="{504873F0-2D58-DF46-A3ED-A59E419EABB5}" dt="2025-09-22T11:05:28.537" v="391" actId="6549"/>
          <ac:spMkLst>
            <pc:docMk/>
            <pc:sldMk cId="3069909540" sldId="270"/>
            <ac:spMk id="3" creationId="{CFD3EBB1-E1B8-4AFB-37D7-242640FA803E}"/>
          </ac:spMkLst>
        </pc:spChg>
      </pc:sldChg>
      <pc:sldChg chg="addSp modSp add del mod">
        <pc:chgData name="민찬 주" userId="6a2b1774923cf756" providerId="LiveId" clId="{504873F0-2D58-DF46-A3ED-A59E419EABB5}" dt="2025-09-22T11:06:46.241" v="393" actId="2696"/>
        <pc:sldMkLst>
          <pc:docMk/>
          <pc:sldMk cId="2624502254" sldId="271"/>
        </pc:sldMkLst>
        <pc:spChg chg="mod">
          <ac:chgData name="민찬 주" userId="6a2b1774923cf756" providerId="LiveId" clId="{504873F0-2D58-DF46-A3ED-A59E419EABB5}" dt="2025-09-22T10:51:42.742" v="110" actId="20577"/>
          <ac:spMkLst>
            <pc:docMk/>
            <pc:sldMk cId="2624502254" sldId="271"/>
            <ac:spMk id="2" creationId="{31B27FD0-BEF5-505F-8FBE-EFBE1157CCD7}"/>
          </ac:spMkLst>
        </pc:spChg>
        <pc:spChg chg="mod">
          <ac:chgData name="민찬 주" userId="6a2b1774923cf756" providerId="LiveId" clId="{504873F0-2D58-DF46-A3ED-A59E419EABB5}" dt="2025-09-22T11:05:20.270" v="389" actId="6549"/>
          <ac:spMkLst>
            <pc:docMk/>
            <pc:sldMk cId="2624502254" sldId="271"/>
            <ac:spMk id="3" creationId="{E5BBAE9F-1461-FC95-E858-6D3DF3E1F6A9}"/>
          </ac:spMkLst>
        </pc:spChg>
        <pc:picChg chg="add mod">
          <ac:chgData name="민찬 주" userId="6a2b1774923cf756" providerId="LiveId" clId="{504873F0-2D58-DF46-A3ED-A59E419EABB5}" dt="2025-09-22T11:06:13.791" v="392" actId="1076"/>
          <ac:picMkLst>
            <pc:docMk/>
            <pc:sldMk cId="2624502254" sldId="271"/>
            <ac:picMk id="4" creationId="{1C1BFA0B-1F22-E460-9EC0-63DD0741602D}"/>
          </ac:picMkLst>
        </pc:picChg>
      </pc:sldChg>
      <pc:sldChg chg="addSp modSp add mod">
        <pc:chgData name="민찬 주" userId="6a2b1774923cf756" providerId="LiveId" clId="{504873F0-2D58-DF46-A3ED-A59E419EABB5}" dt="2025-09-22T11:05:23.461" v="390" actId="6549"/>
        <pc:sldMkLst>
          <pc:docMk/>
          <pc:sldMk cId="2397453491" sldId="272"/>
        </pc:sldMkLst>
        <pc:spChg chg="mod">
          <ac:chgData name="민찬 주" userId="6a2b1774923cf756" providerId="LiveId" clId="{504873F0-2D58-DF46-A3ED-A59E419EABB5}" dt="2025-09-22T11:05:23.461" v="390" actId="6549"/>
          <ac:spMkLst>
            <pc:docMk/>
            <pc:sldMk cId="2397453491" sldId="272"/>
            <ac:spMk id="3" creationId="{8DCBDA58-34F7-3D89-4BAB-C5AC1BF7A25E}"/>
          </ac:spMkLst>
        </pc:spChg>
        <pc:picChg chg="add mod">
          <ac:chgData name="민찬 주" userId="6a2b1774923cf756" providerId="LiveId" clId="{504873F0-2D58-DF46-A3ED-A59E419EABB5}" dt="2025-09-22T10:53:17.703" v="136" actId="14100"/>
          <ac:picMkLst>
            <pc:docMk/>
            <pc:sldMk cId="2397453491" sldId="272"/>
            <ac:picMk id="4" creationId="{FB6509F7-FC22-7A09-1163-98F4D9BFE15C}"/>
          </ac:picMkLst>
        </pc:picChg>
      </pc:sldChg>
      <pc:sldChg chg="modSp add mod">
        <pc:chgData name="민찬 주" userId="6a2b1774923cf756" providerId="LiveId" clId="{504873F0-2D58-DF46-A3ED-A59E419EABB5}" dt="2025-09-22T11:08:45.120" v="407" actId="20577"/>
        <pc:sldMkLst>
          <pc:docMk/>
          <pc:sldMk cId="3497743605" sldId="273"/>
        </pc:sldMkLst>
        <pc:spChg chg="mod">
          <ac:chgData name="민찬 주" userId="6a2b1774923cf756" providerId="LiveId" clId="{504873F0-2D58-DF46-A3ED-A59E419EABB5}" dt="2025-09-22T11:08:45.120" v="407" actId="20577"/>
          <ac:spMkLst>
            <pc:docMk/>
            <pc:sldMk cId="3497743605" sldId="273"/>
            <ac:spMk id="3" creationId="{2C8B424B-3BA0-DBDD-833D-A69839652A19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9T11:56:12.6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9T11:56:23.35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1183 293 24575,'14'15'0,"-1"0"0,20 30 0,19 23 0,-22-37 0,2-2 0,1-1 0,1-2 0,70 42 0,-371-166 0,227 84 0,-41-14 0,-600-184 0,644 203 0,0-1 0,0-2 0,1-1 0,1-2 0,1-2 0,0-1 0,1-1 0,-42-33 0,71 49 0,0-1 0,0 0 0,0 0 0,1 0 0,-1 0 0,1 0 0,0-1 0,0 1 0,1-1 0,-4-8 0,6 11 0,0 1 0,-1-1 0,1 1 0,0-1 0,0 1 0,0-1 0,0 1 0,0-1 0,0 1 0,1 0 0,-1-1 0,0 1 0,1-1 0,-1 1 0,1-1 0,0 1 0,-1 0 0,1-1 0,0 1 0,0 0 0,0 0 0,0 0 0,0 0 0,0-1 0,0 1 0,0 1 0,0-1 0,1 0 0,-1 0 0,0 0 0,0 1 0,1-1 0,-1 0 0,1 1 0,-1-1 0,0 1 0,1 0 0,-1 0 0,1-1 0,-1 1 0,1 0 0,1 0 0,7-1 0,0 0 0,0 1 0,0 0 0,0 0 0,0 1 0,0 0 0,-1 1 0,1 0 0,0 1 0,12 4 0,13 8 0,46 25 0,270 163 0,-55-30 0,-213-129 0,-29-17 0,0 3 0,-2 2 0,84 69 0,-107-67 0,-29-33 0,0-1 0,1 1 0,-1 0 0,0-1 0,0 1 0,1-1 0,-1 1 0,0 0 0,0-1 0,0 1 0,0 0 0,0-1 0,0 1 0,0 0 0,0-1 0,0 1 0,0 0 0,-1-1 0,1 1 0,0 0 0,0-1 0,-1 2 0,0-2 0,1 1 0,-1 0 0,0 0 0,0-1 0,0 1 0,0-1 0,0 1 0,0-1 0,0 1 0,0-1 0,-1 1 0,1-1 0,0 0 0,0 0 0,0 0 0,0 1 0,-2-1 0,-10-1 0,0-1 0,0 1 0,1-2 0,-1 0 0,1 0 0,0-1 0,0-1 0,0 0 0,-18-11 0,-9-3 0,-981-494 0,1011 508 0,-17-10 0,1 0 0,0-2 0,2-1 0,-35-33 0,57 50 0,9 10 0,14 21 0,-8 8-1365,-10-26-5461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9T12:05:07.15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140 45 24575,'-2'-9'0,"-1"18"0,-2 20 0,6-2 0,2 0 0,1 0 0,10 41 0,2 10 0,-36-136 0,-2 1 0,-34-61 0,31 77 0,24 39 0,-1 0 0,1 0 0,-1 0 0,0 0 0,1 0 0,-1 0 0,0 1 0,0-1 0,0 1 0,0-1 0,-1 1 0,1 0 0,0 0 0,0 0 0,-1 0 0,-2-1 0,4 3 0,1-1 0,-1 0 0,1 0 0,-1 1 0,1-1 0,-1 0 0,1 1 0,0-1 0,-1 0 0,1 1 0,0-1 0,-1 1 0,1-1 0,0 0 0,-1 1 0,1-1 0,0 1 0,0-1 0,-1 1 0,1-1 0,0 1 0,0-1 0,0 1 0,0 0 0,0-1 0,0 1 0,0-1 0,0 1 0,0-1 0,0 1 0,0-1 0,0 1 0,0-1 0,0 1 0,1-1 0,-1 1 0,0-1 0,0 1 0,1 0 0,9 33 0,-7-25 0,-2-4 0,21 84 0,60 155 0,-68-209 0,15 32 0,-27-62 0,1 0 0,0 0 0,0-1 0,0 0 0,1 0 0,-1 0 0,1 0 0,0 0 0,0-1 0,7 5 0,-10-7 0,0 0 0,0 0 0,0-1 0,0 1 0,0-1 0,0 1 0,0-1 0,0 1 0,0-1 0,0 0 0,0 1 0,0-1 0,0 0 0,1 0 0,-1 0 0,0 0 0,0 0 0,0 0 0,0 0 0,0 0 0,0-1 0,1 1 0,-1 0 0,0 0 0,0-1 0,0 1 0,0-1 0,0 1 0,0-1 0,0 0 0,0 1 0,0-1 0,-1 0 0,1 0 0,0 1 0,0-1 0,-1 0 0,1 0 0,0 0 0,0-2 0,2-4 0,0-1 0,0 0 0,-1 0 0,0 0 0,1-9 0,7-26 0,0 28 0,0 0 0,0 0 0,2 1 0,0 1 0,0 0 0,1 0 0,25-17 0,109-64 0,-144 92 0,53-24 0,-34 17 0,-32 15 0,-25 11-1365,25-11-5461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9T12:05:09.04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69 24575,'0'0'0,"3"35"0,0-31 0,-1-2 0,-1-1 0,0 1 0,1 0 0,-1-1 0,0 1 0,0 0 0,0 0 0,0 0 0,0 0 0,-1 0 0,1 0 0,-1 0 0,1 0 0,-1 0 0,0 0 0,1 0 0,-1 0 0,-1 4 0,9-62 0,-8 50 0,0-22 0,0 28 0,0 0 0,0-1 0,0 1 0,0-1 0,0 1 0,0-1 0,0 1 0,0 0 0,0-1 0,0 1 0,0-1 0,0 1 0,0 0 0,-1-1 0,1 1 0,0-1 0,0 1 0,0 0 0,-1-1 0,1 1 0,0 0 0,0-1 0,-1 1 0,1 0 0,0-1 0,-1 1 0,1 0 0,0 0 0,-1-1 0,1 1 0,0 0 0,-1 0 0,1 0 0,-1-1 0,1 1 0,0 0 0,-1 0 0,1 0 0,-1 0 0,1 0 0,-1 0 0,1 0 0,0 0 0,-1 0 0,-5 26 0,8-13 0,-2-13 0,1 1 0,-1-1 0,0 0 0,0 0 0,1 0 0,-1 0 0,0 0 0,1 0 0,-1 0 0,0 0 0,0 0 0,1 0 0,-1 0 0,0 0 0,0 0 0,1 0 0,-1 0 0,0 0 0,1 0 0,-1 0 0,0 0 0,0 0 0,1 0 0,-1 0 0,0 0 0,0-1 0,1 1 0,-1 0 0,0 0 0,0 0 0,1 0 0,-1-1 0,0 1 0,0 0 0,0 0 0,0-1 0,1 1 0,-1 0 0,0 0 0,0-1 0,27-36 0,-23 30 0,0 0 0,0 1 0,1 0 0,0 0 0,7-6 0,-12 12 0,1 0 0,0 1 0,-1-1 0,1 0 0,-1 1 0,1-1 0,-1 1 0,1-1 0,-1 1 0,1-1 0,-1 1 0,1-1 0,-1 1 0,0-1 0,1 1 0,-1 0 0,0-1 0,0 1 0,1 0 0,-1-1 0,0 1 0,0 0 0,0-1 0,0 1 0,0 0 0,0-1 0,0 1 0,0 0 0,0-1 0,0 1 0,0 1 0,3 27 0,11 332 0,-14-361 0,0 0 0,0 0 0,0 0 0,1 0 0,-1 0 0,0 0 0,0 0 0,0 0 0,0 0 0,0-1 0,0 1 0,0 0 0,0 0 0,0 0 0,0 0 0,0 0 0,0 0 0,0 0 0,1 0 0,-1 0 0,0 0 0,0 0 0,0 0 0,0 0 0,0 0 0,0 0 0,0 0 0,0 0 0,0 0 0,0 0 0,0 0 0,0 0 0,1 0 0,-1 0 0,0 1 0,0-1 0,0 0 0,0 0 0,0 0 0,0 0 0,0 0 0,0 0 0,0 0 0,0 0 0,0 0 0,0 0 0,0 0 0,0 0 0,0 0 0,0 1 0,7-15 0,6-20 0,-3 0 0,-1 0 0,-1 0 0,-3-1 0,0 0 0,-2-69 0,-4 111 0,0 1 0,-1-1 0,0 0 0,0 0 0,0 0 0,-6 10 0,-4 14 0,-3 14 0,3 0 0,2 1 0,-8 90 0,18-136 0,0 0 0,0 0 0,0 0 0,0 0 0,0 0 0,0 0 0,1 0 0,-1 0 0,0 0 0,0 0 0,0 0 0,0 0 0,0 0 0,0 0 0,1 0 0,-1 0 0,0 0 0,0 0 0,0 0 0,0 0 0,0 0 0,0 0 0,0 0 0,1 0 0,-1 1 0,0-1 0,0 0 0,0 0 0,0 0 0,0 0 0,0 0 0,0 0 0,0 0 0,0 0 0,1 0 0,-1 0 0,0 1 0,0-1 0,0 0 0,0 0 0,0 0 0,0 0 0,0 0 0,0 0 0,0 1 0,0-1 0,0 0 0,0 0 0,0 0 0,0 0 0,0 0 0,0 0 0,0 1 0,0-1 0,0 0 0,0 0 0,0 0 0,0 0 0,0 0 0,0 0 0,-1 1 0,10-16 0,7-23 0,-5-13-1365,-8 31-5461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9T12:05:14.41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180 186 24575,'2'-3'0,"1"0"0,-1 0 0,0 0 0,0-1 0,0 1 0,-1 0 0,1-1 0,-1 0 0,0 1 0,1-6 0,-1 7 0,4-17 0,-2 1 0,0-1 0,1-33 0,-2 24 0,-1 23 0,1 7 0,2 17 0,4 28 0,-4-6 0,-3-27 0,1-1 0,0 1 0,1-1 0,8 27 0,-8-30 0,0-1 0,-1 1 0,0 0 0,-1 0 0,0 18 0,3 18 0,-47-71 0,39 22 0,-31-35 0,34 37 0,0-1 0,0 1 0,0-1 0,0 0 0,0 0 0,0 1 0,0-1 0,0 0 0,0 0 0,1 0 0,-1 0 0,1 0 0,0 0 0,0 0 0,-1 0 0,1 0 0,0 0 0,1 0 0,-1 0 0,0 0 0,1-3 0,0 5 0,-1-1 0,0 1 0,0 0 0,0-1 0,1 1 0,-1 0 0,0-1 0,0 1 0,1 0 0,-1 0 0,0-1 0,1 1 0,-1 0 0,0 0 0,1 0 0,-1-1 0,1 1 0,-1 0 0,0 0 0,1 0 0,-1 0 0,0 0 0,1 0 0,-1 0 0,1 0 0,-1 0 0,0 0 0,1 0 0,-1 0 0,1 0 0,-1 0 0,0 0 0,1 0 0,-1 0 0,1 1 0,-1-1 0,0 0 0,1 0 0,-1 0 0,0 1 0,1-1 0,-1 0 0,0 0 0,0 1 0,1-1 0,-1 0 0,0 1 0,0-1 0,1 0 0,-1 1 0,0-1 0,0 0 0,0 1 0,0-1 0,0 1 0,1-1 0,-1 1 0,17 28 0,-13-21 0,1-1 0,0-1 0,1 0 0,0 0 0,0 0 0,0 0 0,1-1 0,-1 0 0,1-1 0,1 1 0,-1-1 0,1-1 0,-1 0 0,1 0 0,0 0 0,0-1 0,0 0 0,1 0 0,-1-1 0,0 0 0,10 0 0,-17-1 0,0 0 0,0 0 0,0-1 0,0 1 0,0 0 0,-1 0 0,1 0 0,0 0 0,0-1 0,0 1 0,-1 0 0,1-1 0,0 1 0,0-1 0,-1 1 0,1-1 0,0 1 0,-1-1 0,1 0 0,0 1 0,-1-1 0,1 0 0,-1 1 0,1-1 0,-1 0 0,1 1 0,-1-1 0,0 0 0,1 0 0,-1 0 0,0 0 0,0 1 0,0-1 0,1 0 0,-1 0 0,0 0 0,0 0 0,0 0 0,0 1 0,-1-1 0,1 0 0,0 0 0,0 0 0,0 0 0,-1 0 0,1 1 0,0-1 0,-1 0 0,1 0 0,-1 1 0,1-1 0,-1 0 0,1 1 0,-1-1 0,0 0 0,-2-5 0,-1 1 0,1 0 0,-1 0 0,0 0 0,0 1 0,-7-6 0,2 3 0,-1 2 0,0-1 0,-20-7 0,27 12 0,0-1 0,0 1 0,0 0 0,-1 0 0,1 0 0,0 1 0,-1-1 0,1 1 0,0 0 0,-1 0 0,1 0 0,-1 0 0,1 1 0,0-1 0,-1 1 0,-5 2 0,1 4 0,0 2 0,1-1 0,0 1 0,0 0 0,1 0 0,0 1 0,-5 12 0,-22 69 0,28-65 0,4-21 0,0 0 0,0 0 0,0-1 0,0 1 0,-1 0 0,1 0 0,-1-1 0,-1 1 0,1-1 0,-4 6 0,28-71 0,-15 47 0,0 0 0,0 1 0,1 0 0,1 0 0,0 1 0,14-15 0,-21 25 0,0 0 0,0 0 0,1 0 0,-1 0 0,1 0 0,-1 0 0,1 1 0,0-1 0,-1 1 0,1 0 0,0 0 0,0 0 0,0 0 0,0 0 0,0 1 0,0-1 0,0 1 0,0 0 0,0 0 0,0 0 0,0 0 0,1 1 0,-1-1 0,0 1 0,0-1 0,-1 1 0,1 0 0,0 1 0,0-1 0,0 0 0,-1 1 0,1-1 0,0 1 0,-1 0 0,0 0 0,1 0 0,-1 0 0,3 4 0,3 2 0,0-1 0,-1 0 0,0 0 0,0 1 0,0 0 0,9 17 0,-15-23 0,0-1 0,-1 0 0,1 1 0,-1-1 0,1 1 0,-1-1 0,0 1 0,0-1 0,1 1 0,-1-1 0,0 1 0,0-1 0,-1 1 0,1-1 0,0 1 0,0-1 0,-1 1 0,1-1 0,-1 2 0,-1-1 0,1 0 0,-1 0 0,0 0 0,1 0 0,-1 0 0,0-1 0,0 1 0,0-1 0,0 0 0,0 1 0,0-1 0,-1 0 0,1 0 0,0 0 0,-5 1 0,-22 4 0,-1-1 0,0-1 0,0-2 0,0-1 0,0-1 0,-34-5 0,45 4 0,17 1 0,0 0 0,0 0 0,0 0 0,0 0 0,1 0 0,-1-1 0,0 1 0,0 0 0,0-1 0,1 1 0,-1-1 0,0 0 0,1 0 0,-1 1 0,1-1 0,-1 0 0,0 0 0,1-1 0,0 1 0,-1 0 0,1 0 0,0-1 0,0 1 0,0-1 0,0 1 0,0-1 0,0 1 0,0-1 0,0 0 0,0 1 0,1-1 0,-1 0 0,1 0 0,0 1 0,-1-1 0,1 0 0,0 0 0,0 0 0,0 0 0,0 1 0,0-1 0,1 0 0,-1 0 0,0 0 0,1 1 0,1-4 0,0-2 0,0 1 0,1-1 0,0 1 0,0 0 0,0 0 0,1 0 0,0 1 0,0-1 0,1 1 0,-1 0 0,8-6 0,-9 9 0,6-4 0,0-1 0,0 0 0,-1 0 0,0-1 0,0 0 0,0 0 0,-1-1 0,0 0 0,-1 0 0,7-13 0,8-24 0,22-40 0,-42 107 0,-7 14 0,-30 107 0,31-122 0,4 18 0,1-33 0,0 0 0,0 0 0,0 0 0,0 0 0,-1-1 0,-2 11 0,-1-18 0,0-1 0,1 1 0,-1-1 0,1 0 0,0 0 0,-5-7 0,-159-247 0,165 253 0,12 15 0,14 17 0,32 30 111,-22-25-1587,-28-25-5350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9T12:08:22.82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0 24575,'0'0'-8191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9T12:08:30.40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3508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3508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E3AAF688-E8A5-0046-9222-F1AA7125E0B2}" type="datetimeFigureOut">
              <a:rPr kumimoji="1" lang="ko-KR" altLang="en-US" smtClean="0"/>
              <a:t>2025-10-19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09930" y="4925407"/>
            <a:ext cx="5679440" cy="4029879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6363" cy="513507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1294" y="9721107"/>
            <a:ext cx="3076363" cy="513507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05431AF4-9F7E-B749-9451-7CCB967D32D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82870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431AF4-9F7E-B749-9451-7CCB967D32D2}" type="slidenum">
              <a:rPr kumimoji="1" lang="ko-KR" altLang="en-US" smtClean="0"/>
              <a:t>8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77512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슬라이드 노트 개체 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a:fld id="{825F15A7-03F4-43D7-82C5-3E23DA2F108C}" type="mathplaceholder">
                        <a:rPr kumimoji="1" lang="ko-KR" altLang="en-US" i="1" smtClean="0">
                          <a:latin typeface="Cambria Math" panose="02040503050406030204" pitchFamily="18" charset="0"/>
                        </a:rPr>
                        <a:t>여기에</a:t>
                      </a:fld>
                      <a:fld id="{825F15A7-03F4-43D7-82C5-3E23DA2F108C}" type="mathplaceholder">
                        <a:rPr kumimoji="1" lang="ko-KR" altLang="en-US" i="1" smtClean="0">
                          <a:latin typeface="Cambria Math" panose="02040503050406030204" pitchFamily="18" charset="0"/>
                        </a:rPr>
                        <a:t> </a:t>
                      </a:fld>
                      <a:fld id="{825F15A7-03F4-43D7-82C5-3E23DA2F108C}" type="mathplaceholder">
                        <a:rPr kumimoji="1" lang="ko-KR" altLang="en-US" i="1" smtClean="0">
                          <a:latin typeface="Cambria Math" panose="02040503050406030204" pitchFamily="18" charset="0"/>
                        </a:rPr>
                        <a:t>수식을</a:t>
                      </a:fld>
                      <a:fld id="{825F15A7-03F4-43D7-82C5-3E23DA2F108C}" type="mathplaceholder">
                        <a:rPr kumimoji="1" lang="ko-KR" altLang="en-US" i="1" smtClean="0">
                          <a:latin typeface="Cambria Math" panose="02040503050406030204" pitchFamily="18" charset="0"/>
                        </a:rPr>
                        <a:t> </a:t>
                      </a:fld>
                      <a:fld id="{825F15A7-03F4-43D7-82C5-3E23DA2F108C}" type="mathplaceholder">
                        <a:rPr kumimoji="1" lang="ko-KR" altLang="en-US" i="1" smtClean="0">
                          <a:latin typeface="Cambria Math" panose="02040503050406030204" pitchFamily="18" charset="0"/>
                        </a:rPr>
                        <a:t>입력하십시오</a:t>
                      </a:fld>
                      <a:fld id="{825F15A7-03F4-43D7-82C5-3E23DA2F108C}" type="mathplaceholder">
                        <a:rPr kumimoji="1" lang="ko-KR" altLang="en-US" i="1" smtClean="0">
                          <a:latin typeface="Cambria Math" panose="02040503050406030204" pitchFamily="18" charset="0"/>
                        </a:rPr>
                        <a:t>.</a:t>
                      </a:fld>
                    </m:oMath>
                  </m:oMathPara>
                </a14:m>
                <a:endParaRPr kumimoji="1" lang="ko-KR" altLang="en-US" dirty="0"/>
              </a:p>
            </p:txBody>
          </p:sp>
        </mc:Choice>
        <mc:Fallback xmlns="">
          <p:sp>
            <p:nvSpPr>
              <p:cNvPr id="3" name="슬라이드 노트 개체 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kumimoji="1" lang="ko-KR" altLang="en-US" i="0">
                    <a:latin typeface="Cambria Math" panose="02040503050406030204" pitchFamily="18" charset="0"/>
                  </a:rPr>
                  <a:t>"여기에 수식을 입력하십시오."</a:t>
                </a:r>
                <a:endParaRPr kumimoji="1" lang="ko-KR" altLang="en-US" dirty="0"/>
              </a:p>
            </p:txBody>
          </p:sp>
        </mc:Fallback>
      </mc:AlternateContent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431AF4-9F7E-B749-9451-7CCB967D32D2}" type="slidenum">
              <a:rPr kumimoji="1" lang="ko-KR" altLang="en-US" smtClean="0"/>
              <a:t>13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9472382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1A622-09EF-CC1E-AE6C-50C2AEDF1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1C1EF59-B0F1-42AA-E78D-242D008F0C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슬라이드 노트 개체 틀 2">
                <a:extLst>
                  <a:ext uri="{FF2B5EF4-FFF2-40B4-BE49-F238E27FC236}">
                    <a16:creationId xmlns:a16="http://schemas.microsoft.com/office/drawing/2014/main" id="{B686B0DC-6CB4-2E20-2677-A40C1031B76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a:fld id="{825F15A7-03F4-43D7-82C5-3E23DA2F108C}" type="mathplaceholder">
                        <a:rPr kumimoji="1" lang="ko-KR" altLang="en-US" i="1" smtClean="0">
                          <a:latin typeface="Cambria Math" panose="02040503050406030204" pitchFamily="18" charset="0"/>
                        </a:rPr>
                        <a:t>여기에</a:t>
                      </a:fld>
                      <a:fld id="{825F15A7-03F4-43D7-82C5-3E23DA2F108C}" type="mathplaceholder">
                        <a:rPr kumimoji="1" lang="ko-KR" altLang="en-US" i="1" smtClean="0">
                          <a:latin typeface="Cambria Math" panose="02040503050406030204" pitchFamily="18" charset="0"/>
                        </a:rPr>
                        <a:t> </a:t>
                      </a:fld>
                      <a:fld id="{825F15A7-03F4-43D7-82C5-3E23DA2F108C}" type="mathplaceholder">
                        <a:rPr kumimoji="1" lang="ko-KR" altLang="en-US" i="1" smtClean="0">
                          <a:latin typeface="Cambria Math" panose="02040503050406030204" pitchFamily="18" charset="0"/>
                        </a:rPr>
                        <a:t>수식을</a:t>
                      </a:fld>
                      <a:fld id="{825F15A7-03F4-43D7-82C5-3E23DA2F108C}" type="mathplaceholder">
                        <a:rPr kumimoji="1" lang="ko-KR" altLang="en-US" i="1" smtClean="0">
                          <a:latin typeface="Cambria Math" panose="02040503050406030204" pitchFamily="18" charset="0"/>
                        </a:rPr>
                        <a:t> </a:t>
                      </a:fld>
                      <a:fld id="{825F15A7-03F4-43D7-82C5-3E23DA2F108C}" type="mathplaceholder">
                        <a:rPr kumimoji="1" lang="ko-KR" altLang="en-US" i="1" smtClean="0">
                          <a:latin typeface="Cambria Math" panose="02040503050406030204" pitchFamily="18" charset="0"/>
                        </a:rPr>
                        <a:t>입력하십시오</a:t>
                      </a:fld>
                      <a:fld id="{825F15A7-03F4-43D7-82C5-3E23DA2F108C}" type="mathplaceholder">
                        <a:rPr kumimoji="1" lang="ko-KR" altLang="en-US" i="1" smtClean="0">
                          <a:latin typeface="Cambria Math" panose="02040503050406030204" pitchFamily="18" charset="0"/>
                        </a:rPr>
                        <a:t>.</a:t>
                      </a:fld>
                    </m:oMath>
                  </m:oMathPara>
                </a14:m>
                <a:endParaRPr kumimoji="1" lang="ko-KR" altLang="en-US" dirty="0"/>
              </a:p>
            </p:txBody>
          </p:sp>
        </mc:Choice>
        <mc:Fallback xmlns="">
          <p:sp>
            <p:nvSpPr>
              <p:cNvPr id="3" name="슬라이드 노트 개체 틀 2">
                <a:extLst>
                  <a:ext uri="{FF2B5EF4-FFF2-40B4-BE49-F238E27FC236}">
                    <a16:creationId xmlns:a16="http://schemas.microsoft.com/office/drawing/2014/main" id="{B686B0DC-6CB4-2E20-2677-A40C1031B76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/>
                <a:r>
                  <a:rPr kumimoji="1" lang="ko-KR" altLang="en-US" i="0">
                    <a:latin typeface="Cambria Math" panose="02040503050406030204" pitchFamily="18" charset="0"/>
                  </a:rPr>
                  <a:t>"여기에 수식을 입력하십시오."</a:t>
                </a:r>
                <a:endParaRPr kumimoji="1" lang="ko-KR" altLang="en-US" dirty="0"/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90993A-E7A2-0873-89D3-4EBE4D874A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431AF4-9F7E-B749-9451-7CCB967D32D2}" type="slidenum">
              <a:rPr kumimoji="1" lang="ko-KR" altLang="en-US" smtClean="0"/>
              <a:t>14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0692714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36227-D7C4-3E0B-2670-B1C54B856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D101E2-43FC-74FC-64DC-D98A21C08D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슬라이드 노트 개체 틀 2">
                <a:extLst>
                  <a:ext uri="{FF2B5EF4-FFF2-40B4-BE49-F238E27FC236}">
                    <a16:creationId xmlns:a16="http://schemas.microsoft.com/office/drawing/2014/main" id="{F2F50F0B-F70B-A860-B3C7-E85A2E29323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a:fld id="{825F15A7-03F4-43D7-82C5-3E23DA2F108C}" type="mathplaceholder">
                        <a:rPr kumimoji="1" lang="ko-KR" altLang="en-US" i="1" smtClean="0">
                          <a:latin typeface="Cambria Math" panose="02040503050406030204" pitchFamily="18" charset="0"/>
                        </a:rPr>
                        <a:t>여기에</a:t>
                      </a:fld>
                      <a:fld id="{825F15A7-03F4-43D7-82C5-3E23DA2F108C}" type="mathplaceholder">
                        <a:rPr kumimoji="1" lang="ko-KR" altLang="en-US" i="1" smtClean="0">
                          <a:latin typeface="Cambria Math" panose="02040503050406030204" pitchFamily="18" charset="0"/>
                        </a:rPr>
                        <a:t> </a:t>
                      </a:fld>
                      <a:fld id="{825F15A7-03F4-43D7-82C5-3E23DA2F108C}" type="mathplaceholder">
                        <a:rPr kumimoji="1" lang="ko-KR" altLang="en-US" i="1" smtClean="0">
                          <a:latin typeface="Cambria Math" panose="02040503050406030204" pitchFamily="18" charset="0"/>
                        </a:rPr>
                        <a:t>수식을</a:t>
                      </a:fld>
                      <a:fld id="{825F15A7-03F4-43D7-82C5-3E23DA2F108C}" type="mathplaceholder">
                        <a:rPr kumimoji="1" lang="ko-KR" altLang="en-US" i="1" smtClean="0">
                          <a:latin typeface="Cambria Math" panose="02040503050406030204" pitchFamily="18" charset="0"/>
                        </a:rPr>
                        <a:t> </a:t>
                      </a:fld>
                      <a:fld id="{825F15A7-03F4-43D7-82C5-3E23DA2F108C}" type="mathplaceholder">
                        <a:rPr kumimoji="1" lang="ko-KR" altLang="en-US" i="1" smtClean="0">
                          <a:latin typeface="Cambria Math" panose="02040503050406030204" pitchFamily="18" charset="0"/>
                        </a:rPr>
                        <a:t>입력하십시오</a:t>
                      </a:fld>
                      <a:fld id="{825F15A7-03F4-43D7-82C5-3E23DA2F108C}" type="mathplaceholder">
                        <a:rPr kumimoji="1" lang="ko-KR" altLang="en-US" i="1" smtClean="0">
                          <a:latin typeface="Cambria Math" panose="02040503050406030204" pitchFamily="18" charset="0"/>
                        </a:rPr>
                        <a:t>.</a:t>
                      </a:fld>
                    </m:oMath>
                  </m:oMathPara>
                </a14:m>
                <a:endParaRPr kumimoji="1" lang="ko-KR" altLang="en-US" dirty="0"/>
              </a:p>
            </p:txBody>
          </p:sp>
        </mc:Choice>
        <mc:Fallback xmlns="">
          <p:sp>
            <p:nvSpPr>
              <p:cNvPr id="3" name="슬라이드 노트 개체 틀 2">
                <a:extLst>
                  <a:ext uri="{FF2B5EF4-FFF2-40B4-BE49-F238E27FC236}">
                    <a16:creationId xmlns:a16="http://schemas.microsoft.com/office/drawing/2014/main" id="{F2F50F0B-F70B-A860-B3C7-E85A2E29323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/>
                <a:r>
                  <a:rPr kumimoji="1" lang="ko-KR" altLang="en-US" i="0">
                    <a:latin typeface="Cambria Math" panose="02040503050406030204" pitchFamily="18" charset="0"/>
                  </a:rPr>
                  <a:t>"여기에 수식을 입력하십시오."</a:t>
                </a:r>
                <a:endParaRPr kumimoji="1" lang="ko-KR" altLang="en-US" dirty="0"/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95CBC4-2F08-7CF6-412D-0A90BF0B36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431AF4-9F7E-B749-9451-7CCB967D32D2}" type="slidenum">
              <a:rPr kumimoji="1" lang="ko-KR" altLang="en-US" smtClean="0"/>
              <a:t>15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0322990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A9A80D3-2272-ED0F-EBF4-34428557569F}"/>
              </a:ext>
            </a:extLst>
          </p:cNvPr>
          <p:cNvSpPr/>
          <p:nvPr/>
        </p:nvSpPr>
        <p:spPr>
          <a:xfrm>
            <a:off x="-1" y="0"/>
            <a:ext cx="1219200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F71E75-F7A2-7C1F-EF86-C5186E904883}"/>
              </a:ext>
            </a:extLst>
          </p:cNvPr>
          <p:cNvSpPr/>
          <p:nvPr/>
        </p:nvSpPr>
        <p:spPr>
          <a:xfrm>
            <a:off x="-4262" y="0"/>
            <a:ext cx="7547339" cy="6858002"/>
          </a:xfrm>
          <a:prstGeom prst="rect">
            <a:avLst/>
          </a:prstGeom>
          <a:gradFill>
            <a:gsLst>
              <a:gs pos="6000">
                <a:schemeClr val="accent5"/>
              </a:gs>
              <a:gs pos="100000">
                <a:schemeClr val="accent2"/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B4E0A7-C9D3-8408-2EE0-E46AF38E815F}"/>
              </a:ext>
            </a:extLst>
          </p:cNvPr>
          <p:cNvSpPr/>
          <p:nvPr/>
        </p:nvSpPr>
        <p:spPr>
          <a:xfrm rot="10800000">
            <a:off x="-4285" y="-3"/>
            <a:ext cx="7547361" cy="6857999"/>
          </a:xfrm>
          <a:prstGeom prst="rect">
            <a:avLst/>
          </a:prstGeom>
          <a:gradFill>
            <a:gsLst>
              <a:gs pos="43000">
                <a:schemeClr val="accent2">
                  <a:alpha val="0"/>
                </a:schemeClr>
              </a:gs>
              <a:gs pos="100000">
                <a:schemeClr val="accent2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73CB42-010B-9ABE-75EF-F502B4A9F42C}"/>
              </a:ext>
            </a:extLst>
          </p:cNvPr>
          <p:cNvSpPr/>
          <p:nvPr/>
        </p:nvSpPr>
        <p:spPr>
          <a:xfrm rot="16200000">
            <a:off x="1156173" y="-1160457"/>
            <a:ext cx="5226425" cy="7547338"/>
          </a:xfrm>
          <a:prstGeom prst="rect">
            <a:avLst/>
          </a:prstGeom>
          <a:gradFill>
            <a:gsLst>
              <a:gs pos="50000">
                <a:schemeClr val="accent5">
                  <a:alpha val="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4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8245A6-7E39-43E3-BB93-77F6227560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431E1F-9861-6E9A-6FDA-9450A0A910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617720" y="6318504"/>
            <a:ext cx="2153412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29CF56E-D922-4450-9794-8B0E1451F6EB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C4D8A9-0078-62DC-A293-9B6083ED64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688836" y="6318504"/>
            <a:ext cx="493776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534656" y="0"/>
            <a:ext cx="4654296" cy="6858000"/>
          </a:xfr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743380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3EACE7F8-A7D9-2E2C-2B0B-0DB8D7168A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B768309-21D1-59BA-F479-9F846B9A0FB2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3D94F90-5391-9976-036B-C34C2C30448C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57200"/>
            <a:ext cx="10954512" cy="795528"/>
          </a:xfrm>
        </p:spPr>
        <p:txBody>
          <a:bodyPr/>
          <a:lstStyle>
            <a:lvl1pPr>
              <a:defRPr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362455"/>
            <a:ext cx="10954512" cy="495604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DC843-90AD-36D3-6615-3505603F8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2C5F7B-97CA-C06C-A155-E4BC307DB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1C96F-46D7-47BB-8945-9667BCB4F5BB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324737-C1DF-CE60-245E-385E02AC2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38678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47888" y="713232"/>
            <a:ext cx="3364992" cy="322783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56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47888" y="5138927"/>
            <a:ext cx="3200400" cy="119786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4845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CBE317-7590-8646-B2DB-5BED6EE8A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5400000">
            <a:off x="4181134" y="3367319"/>
            <a:ext cx="6858000" cy="123363"/>
            <a:chOff x="-5025" y="6737718"/>
            <a:chExt cx="12207200" cy="12336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B255D3-4FB2-87A8-E502-9CDE10990A39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D15F704-CD21-A249-03F6-4F036D21400B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30B7E9-D8D3-BC56-A758-6C86B58C0AC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8247888" y="6318504"/>
            <a:ext cx="2459736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FF974-138E-88CF-9001-1A07C67D1DF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707624" y="6318504"/>
            <a:ext cx="859536" cy="365760"/>
          </a:xfrm>
        </p:spPr>
        <p:txBody>
          <a:bodyPr/>
          <a:lstStyle/>
          <a:p>
            <a:fld id="{A6379DD5-AE65-4D02-9BCE-257CC17A63B7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DA7CD4-7B92-1CD1-A9F0-94B053972CA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46499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4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56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8245A6-7E39-43E3-BB93-77F6227560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431E1F-9861-6E9A-6FDA-9450A0A910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617720" y="6318504"/>
            <a:ext cx="2153412" cy="365760"/>
          </a:xfrm>
        </p:spPr>
        <p:txBody>
          <a:bodyPr/>
          <a:lstStyle/>
          <a:p>
            <a:fld id="{9DFFF819-4E26-4576-8A6D-DA055CFF682A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C4D8A9-0078-62DC-A293-9B6083ED64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688836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534656" y="0"/>
            <a:ext cx="4654296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409202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EAB82C7-4740-BEAB-85E9-C816E1CDC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4492680"/>
            <a:ext cx="12207200" cy="123363"/>
            <a:chOff x="-5025" y="6737718"/>
            <a:chExt cx="12207200" cy="12336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B7E10D0-EE9E-6432-2C4D-0324DE19518E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3B4BE8-5DA5-6F2B-0DB6-7901D4547F64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2732" y="4965192"/>
            <a:ext cx="11146536" cy="786384"/>
          </a:xfrm>
        </p:spPr>
        <p:txBody>
          <a:bodyPr anchor="b">
            <a:normAutofit/>
          </a:bodyPr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5806440"/>
            <a:ext cx="9902952" cy="576072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4492679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602ACF4-9E47-4D03-8EA6-1CE7E20F9165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54686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0FABB9A-1B5B-9306-B7B9-58E4E5E4EE0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F155489-796B-CDF9-06C2-583941E589F7}"/>
              </a:ext>
            </a:extLst>
          </p:cNvPr>
          <p:cNvGrpSpPr/>
          <p:nvPr/>
        </p:nvGrpSpPr>
        <p:grpSpPr>
          <a:xfrm>
            <a:off x="0" y="0"/>
            <a:ext cx="12192000" cy="6867144"/>
            <a:chOff x="0" y="-7622"/>
            <a:chExt cx="12192000" cy="689498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F31A197-F740-DCA2-902E-29B890C31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0" y="-7621"/>
              <a:ext cx="12192000" cy="6887364"/>
            </a:xfrm>
            <a:prstGeom prst="rect">
              <a:avLst/>
            </a:prstGeom>
            <a:gradFill>
              <a:gsLst>
                <a:gs pos="8000">
                  <a:schemeClr val="accent5"/>
                </a:gs>
                <a:gs pos="100000">
                  <a:schemeClr val="accent2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C02513-E6E5-DFFD-29B1-02BE448BAD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9" y="0"/>
              <a:ext cx="8216919" cy="6887364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  <a:alpha val="79000"/>
                  </a:schemeClr>
                </a:gs>
                <a:gs pos="40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9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FE184C5-789F-C980-F425-AF26045C8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39978" y="-7622"/>
              <a:ext cx="8451623" cy="6887367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  <a:alpha val="67000"/>
                  </a:schemeClr>
                </a:gs>
                <a:gs pos="60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E6801FB-115C-F074-E428-F4A4A588B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9127281" y="7060"/>
              <a:ext cx="3064320" cy="6872683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88000"/>
                  </a:schemeClr>
                </a:gs>
                <a:gs pos="56000">
                  <a:schemeClr val="accent2">
                    <a:alpha val="0"/>
                  </a:schemeClr>
                </a:gs>
              </a:gsLst>
              <a:lin ang="12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>
                <a:solidFill>
                  <a:srgbClr val="FFFFFF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86584" y="1371600"/>
            <a:ext cx="7498080" cy="2386584"/>
          </a:xfrm>
        </p:spPr>
        <p:txBody>
          <a:bodyPr anchor="b" anchorCtr="0">
            <a:normAutofit/>
          </a:bodyPr>
          <a:lstStyle>
            <a:lvl1pPr algn="ctr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86584" y="3877056"/>
            <a:ext cx="7498080" cy="1655064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B0F5B7-78E6-2702-0F8C-122F4D21C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6BEF7-236A-87FA-F0D9-F4515D813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A82B809-8BB3-463C-8B5E-28962B4654D8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29C8F0-DE20-1DBB-6A42-CBFFAE15D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38640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429768"/>
            <a:ext cx="9336024" cy="37764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6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663440"/>
            <a:ext cx="6903720" cy="134416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AAE0C5-AA7D-C4A0-BB09-3D328C852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454691-E40E-1B02-C9B2-FD70013E0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8F537-5E0E-4697-8198-FDF0E53F372F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66BF4-6BB2-066C-5243-2D5CF17BA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47733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9FFFB07-15C3-5030-73A7-6D0EBC2FB1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FC67F9-A48C-BB0E-03C5-9C32A6BB8C5D}"/>
              </a:ext>
            </a:extLst>
          </p:cNvPr>
          <p:cNvSpPr/>
          <p:nvPr/>
        </p:nvSpPr>
        <p:spPr>
          <a:xfrm rot="16200000" flipH="1">
            <a:off x="2666999" y="-2667000"/>
            <a:ext cx="6857999" cy="12192002"/>
          </a:xfrm>
          <a:prstGeom prst="rect">
            <a:avLst/>
          </a:prstGeom>
          <a:gradFill>
            <a:gsLst>
              <a:gs pos="0">
                <a:schemeClr val="accent2"/>
              </a:gs>
              <a:gs pos="94000">
                <a:schemeClr val="accent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2436E8-8599-9171-B0E5-3A3CED0AE2C4}"/>
              </a:ext>
            </a:extLst>
          </p:cNvPr>
          <p:cNvSpPr/>
          <p:nvPr/>
        </p:nvSpPr>
        <p:spPr>
          <a:xfrm rot="5400000" flipH="1">
            <a:off x="2719785" y="-1537266"/>
            <a:ext cx="5669226" cy="11108800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  <a:alpha val="90000"/>
                </a:schemeClr>
              </a:gs>
              <a:gs pos="39000">
                <a:schemeClr val="accent5">
                  <a:lumMod val="60000"/>
                  <a:lumOff val="40000"/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052CAB-57CB-D9A8-5BBE-F7898C5EC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 flipH="1">
            <a:off x="-648303" y="636301"/>
            <a:ext cx="6870003" cy="5573396"/>
          </a:xfrm>
          <a:prstGeom prst="rect">
            <a:avLst/>
          </a:prstGeom>
          <a:gradFill flip="none" rotWithShape="1">
            <a:gsLst>
              <a:gs pos="2000">
                <a:schemeClr val="accent2">
                  <a:lumMod val="75000"/>
                </a:schemeClr>
              </a:gs>
              <a:gs pos="37000">
                <a:schemeClr val="accent2">
                  <a:alpha val="0"/>
                </a:schemeClr>
              </a:gs>
            </a:gsLst>
            <a:lin ang="36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429768"/>
            <a:ext cx="9336024" cy="37764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663440"/>
            <a:ext cx="6903720" cy="134416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1EF90BDF-2A3B-8AD7-6EE4-11ED28664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81B66C1B-A1AD-A2BC-11D8-9AEA5E834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D4E7D34-A495-4E23-B1D1-F5D651D22AFE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A384A4A-7C42-E7AC-02FD-B65B61D21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86388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2093976"/>
            <a:ext cx="7271895" cy="417880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6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F8ECD-BC5C-69B8-45CB-D6C697E80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F97286-C615-453F-E284-B5C22987E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76A96-D1F6-4A74-B023-FDE16753EDD7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A721B8-1357-D164-0082-D2B50441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33140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4F65FF0-EE88-E48A-1552-AF2B228EADC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5400000" flipH="1" flipV="1">
            <a:off x="2662822" y="-2671180"/>
            <a:ext cx="6866356" cy="12192001"/>
          </a:xfrm>
          <a:prstGeom prst="rect">
            <a:avLst/>
          </a:prstGeom>
          <a:gradFill>
            <a:gsLst>
              <a:gs pos="13000">
                <a:schemeClr val="accent2"/>
              </a:gs>
              <a:gs pos="100000">
                <a:schemeClr val="accent5"/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1B6E1-2B98-87C0-C97D-DC19E754324D}"/>
              </a:ext>
            </a:extLst>
          </p:cNvPr>
          <p:cNvSpPr/>
          <p:nvPr/>
        </p:nvSpPr>
        <p:spPr>
          <a:xfrm rot="16200000" flipH="1" flipV="1">
            <a:off x="2144989" y="-2153344"/>
            <a:ext cx="5473326" cy="9763303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  <a:alpha val="68000"/>
                </a:schemeClr>
              </a:gs>
              <a:gs pos="45000">
                <a:schemeClr val="accent5">
                  <a:lumMod val="60000"/>
                  <a:lumOff val="40000"/>
                  <a:alpha val="0"/>
                </a:schemeClr>
              </a:gs>
            </a:gsLst>
            <a:lin ang="19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flipV="1">
            <a:off x="1031672" y="2962966"/>
            <a:ext cx="11160328" cy="3895034"/>
          </a:xfrm>
          <a:prstGeom prst="rect">
            <a:avLst/>
          </a:prstGeom>
          <a:gradFill>
            <a:gsLst>
              <a:gs pos="0">
                <a:schemeClr val="accent5">
                  <a:lumMod val="75000"/>
                </a:schemeClr>
              </a:gs>
              <a:gs pos="42000">
                <a:schemeClr val="accent5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413373-13C5-71D9-C45A-699B0F4513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 flipV="1">
            <a:off x="1233479" y="361145"/>
            <a:ext cx="5263375" cy="7730333"/>
          </a:xfrm>
          <a:prstGeom prst="rect">
            <a:avLst/>
          </a:prstGeom>
          <a:gradFill flip="none" rotWithShape="1">
            <a:gsLst>
              <a:gs pos="8000">
                <a:schemeClr val="accent2">
                  <a:lumMod val="75000"/>
                </a:schemeClr>
              </a:gs>
              <a:gs pos="50000">
                <a:schemeClr val="accent2">
                  <a:alpha val="0"/>
                </a:schemeClr>
              </a:gs>
            </a:gsLst>
            <a:lin ang="18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2093976"/>
            <a:ext cx="6528816" cy="417880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6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3B3753E-6E60-F731-58BF-7C4D0497E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08CEB89B-6066-557A-EBEC-18307AC24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C5C1F80-0989-4135-BEC0-53996BCA1D73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C2114D5C-BE8D-24C7-4A79-C0C28376A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9980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3DF4C684-CDD4-5CA8-12DC-BB0C4BFE21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-4329"/>
            <a:ext cx="5056093" cy="6869586"/>
            <a:chOff x="5171844" y="-11586"/>
            <a:chExt cx="7020159" cy="686958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6ECDBF0-A1F0-37B6-C87A-8687287F7950}"/>
                </a:ext>
              </a:extLst>
            </p:cNvPr>
            <p:cNvSpPr/>
            <p:nvPr/>
          </p:nvSpPr>
          <p:spPr>
            <a:xfrm>
              <a:off x="5171848" y="-11580"/>
              <a:ext cx="7020152" cy="686957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60F90E0-14F7-6838-2C0A-149459C1D143}"/>
                </a:ext>
              </a:extLst>
            </p:cNvPr>
            <p:cNvSpPr/>
            <p:nvPr/>
          </p:nvSpPr>
          <p:spPr>
            <a:xfrm rot="10800000">
              <a:off x="6351336" y="876304"/>
              <a:ext cx="5840664" cy="5981696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578B55F-B3C4-0B70-7EAE-5FBFD3308543}"/>
                </a:ext>
              </a:extLst>
            </p:cNvPr>
            <p:cNvSpPr/>
            <p:nvPr/>
          </p:nvSpPr>
          <p:spPr>
            <a:xfrm>
              <a:off x="5171844" y="-11586"/>
              <a:ext cx="5171848" cy="6869586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alpha val="70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FFBDE35-AEB9-6AFE-BC7A-79FEFBB51D0A}"/>
                </a:ext>
              </a:extLst>
            </p:cNvPr>
            <p:cNvSpPr/>
            <p:nvPr/>
          </p:nvSpPr>
          <p:spPr>
            <a:xfrm rot="16200000">
              <a:off x="6042356" y="708353"/>
              <a:ext cx="6869583" cy="5429710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368" y="2103120"/>
            <a:ext cx="3666744" cy="2624328"/>
          </a:xfrm>
          <a:noFill/>
        </p:spPr>
        <p:txBody>
          <a:bodyPr anchor="ctr">
            <a:norm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57702" y="877824"/>
            <a:ext cx="5509458" cy="5102352"/>
          </a:xfrm>
        </p:spPr>
        <p:txBody>
          <a:bodyPr vert="horz" lIns="91440" tIns="45720" rIns="91440" bIns="45720" rtlCol="0" anchor="ctr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571500" indent="-342900">
              <a:buFont typeface="+mj-lt"/>
              <a:buAutoNum type="arabicPeriod"/>
              <a:defRPr lang="en-US" sz="18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B346B3B-D23C-46FC-82B4-EC936862EBB6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05001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9BA5514-C4EC-5772-F451-90A91C385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C95E155-D254-47EB-52CD-C66E0A29E9AB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947EE6D-F09F-E804-C40C-AB228BDE8E64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2783" y="722376"/>
            <a:ext cx="5138927" cy="1581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2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30EF3B0-9D02-EBD8-2D14-79BF34534AA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19307" y="0"/>
            <a:ext cx="5413248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834640"/>
            <a:ext cx="5138928" cy="2999232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571500" indent="-342900">
              <a:buFont typeface="+mj-lt"/>
              <a:buAutoNum type="arabicPeriod"/>
              <a:defRPr lang="en-US" sz="18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272784" y="6318504"/>
            <a:ext cx="3569956" cy="365760"/>
          </a:xfrm>
        </p:spPr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075652" y="6318504"/>
            <a:ext cx="1491507" cy="365760"/>
          </a:xfrm>
        </p:spPr>
        <p:txBody>
          <a:bodyPr/>
          <a:lstStyle/>
          <a:p>
            <a:fld id="{11039C6F-01AE-405F-93D2-431591D79461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53793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8CE855AC-5F95-123D-E0A1-CBD75D8FD0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3A6A854-7BA6-35FC-898F-37F3BC10E5DB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455EF75-521C-7F12-2397-68B6128751E8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96" y="2222436"/>
            <a:ext cx="4160520" cy="2825496"/>
          </a:xfrm>
        </p:spPr>
        <p:txBody>
          <a:bodyPr anchor="t">
            <a:normAutofit/>
          </a:bodyPr>
          <a:lstStyle>
            <a:lvl1pPr>
              <a:defRPr sz="40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37376" y="2222436"/>
            <a:ext cx="3959352" cy="269748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09CF825-511F-35F8-E0EC-636033ED43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36A82C16-EB1A-4294-103B-715F071E5A3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AE82713-2685-4CB9-BD26-DD329F3C67A6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7EA83B-52EA-A0B8-E2E8-C9D1FE273B2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60168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74537F0-59D7-5CF5-65CE-33DFA62B37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7EFD035-FCE9-275A-5EEF-94FC6583E39A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DFF3E46-4915-D511-DDA5-9451667C3C81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8552" y="2048256"/>
            <a:ext cx="3813048" cy="3538728"/>
          </a:xfrm>
        </p:spPr>
        <p:txBody>
          <a:bodyPr anchor="t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775960" y="2048256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7CB2298-A12A-D380-ED4F-AD870434F2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1F2EAD-3327-FA60-8B7F-6CBBD02C3F0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57926B3-CA5D-44FB-BC2D-6B05FBB97B04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3D4A7C-9E9E-96BC-68B8-3F92C9B3B40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84856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0675FE4-1839-CB8F-7574-8FBCED9706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C309010-BB96-4CE9-3A39-43FA59198DD0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2D5C3E8-4075-EEED-D3DC-B1B0DCD9F940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22376"/>
            <a:ext cx="7214616" cy="1280160"/>
          </a:xfrm>
        </p:spPr>
        <p:txBody>
          <a:bodyPr anchor="t">
            <a:normAutofit/>
          </a:bodyPr>
          <a:lstStyle>
            <a:lvl1pPr>
              <a:defRPr sz="40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22776" y="2240280"/>
            <a:ext cx="7349947" cy="37216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A089F15-F7A9-6130-79CF-D853C6B4B7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5C79459-C978-FF61-F7FC-DC5D1F17017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E009212-C305-41EC-8687-C39B36C09AF0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BFFBCCE1-48C7-7734-891D-F4664CC97B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42296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3A83600-30C4-2F21-93C5-D07537A39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A1F9F49-F979-53D6-3ED8-352816078D4C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4745F95-9BA3-B7A5-F004-E2BB1CFFE2F8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4215384" cy="3136392"/>
          </a:xfrm>
        </p:spPr>
        <p:txBody>
          <a:bodyPr anchor="t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68696" y="640080"/>
            <a:ext cx="5998464" cy="569671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CD886C8-FB0E-44DB-9413-26C9933623BA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4115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604B371-347D-80EC-2C2C-C69CD2EF7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flipV="1">
            <a:off x="12068340" y="0"/>
            <a:ext cx="123362" cy="6858000"/>
            <a:chOff x="12068638" y="0"/>
            <a:chExt cx="123362" cy="6858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F227FEA-4B4B-3484-7267-B7BD65A4E9BF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53530AA-F724-4235-0FDF-84595FCBFBC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21792"/>
            <a:ext cx="10872216" cy="749808"/>
          </a:xfrm>
        </p:spPr>
        <p:txBody>
          <a:bodyPr anchor="ctr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49424" y="1591056"/>
            <a:ext cx="7772400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78A6864-E7E2-494F-A90A-ECC53613C6EC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03794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C1155E4-5659-692F-6CDC-095E555AF698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8AFD6F-0EAD-ADCF-CB9A-AB74C59048E1}"/>
              </a:ext>
            </a:extLst>
          </p:cNvPr>
          <p:cNvSpPr/>
          <p:nvPr/>
        </p:nvSpPr>
        <p:spPr>
          <a:xfrm rot="16200000">
            <a:off x="6635246" y="-3716556"/>
            <a:ext cx="1855397" cy="9288510"/>
          </a:xfrm>
          <a:prstGeom prst="rect">
            <a:avLst/>
          </a:prstGeom>
          <a:gradFill>
            <a:gsLst>
              <a:gs pos="45000">
                <a:schemeClr val="accent5">
                  <a:alpha val="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10896"/>
            <a:ext cx="10872216" cy="1225296"/>
          </a:xfrm>
        </p:spPr>
        <p:txBody>
          <a:bodyPr anchor="ctr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49424" y="2313432"/>
            <a:ext cx="8732520" cy="389534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4ED686-7864-484B-8047-F06E855FD995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9140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1394E45B-1239-5927-7239-231AB33A2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82CCE1C-1D53-2F67-CA11-693E1CA40CC5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77A3C2-9949-B8A0-8486-8228C60D0C3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3493008" cy="362102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92040" y="640081"/>
            <a:ext cx="6675120" cy="55778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B715D2-E75C-A2E6-CE7A-70CE2EFA5E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4CAAF-9048-5116-D3C8-15E595C3B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B8F8C76-8E31-4D47-BC79-85F35E81929B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F8E49B-DD4C-66AF-8D2C-52110DB22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26297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2293C7-9DD5-C84B-6A44-F0D117C4C94B}"/>
              </a:ext>
            </a:extLst>
          </p:cNvPr>
          <p:cNvSpPr/>
          <p:nvPr/>
        </p:nvSpPr>
        <p:spPr>
          <a:xfrm>
            <a:off x="3" y="-4323"/>
            <a:ext cx="4059076" cy="6869579"/>
          </a:xfrm>
          <a:prstGeom prst="rect">
            <a:avLst/>
          </a:prstGeom>
          <a:gradFill>
            <a:gsLst>
              <a:gs pos="7000">
                <a:schemeClr val="accent2"/>
              </a:gs>
              <a:gs pos="100000">
                <a:schemeClr val="accent5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088F0D-A4DE-CAA0-43A6-84E52AD904F3}"/>
              </a:ext>
            </a:extLst>
          </p:cNvPr>
          <p:cNvSpPr/>
          <p:nvPr/>
        </p:nvSpPr>
        <p:spPr>
          <a:xfrm rot="10800000">
            <a:off x="-1" y="1061883"/>
            <a:ext cx="4059079" cy="5803372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</a:schemeClr>
              </a:gs>
              <a:gs pos="60000">
                <a:schemeClr val="accent5">
                  <a:lumMod val="60000"/>
                  <a:lumOff val="40000"/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CD67E0-1350-1985-A4E1-5215AF902BF2}"/>
              </a:ext>
            </a:extLst>
          </p:cNvPr>
          <p:cNvSpPr/>
          <p:nvPr/>
        </p:nvSpPr>
        <p:spPr>
          <a:xfrm rot="16200000">
            <a:off x="-524095" y="1129367"/>
            <a:ext cx="5716870" cy="3449479"/>
          </a:xfrm>
          <a:prstGeom prst="rect">
            <a:avLst/>
          </a:prstGeom>
          <a:gradFill>
            <a:gsLst>
              <a:gs pos="0">
                <a:schemeClr val="accent5">
                  <a:alpha val="86000"/>
                </a:schemeClr>
              </a:gs>
              <a:gs pos="57000">
                <a:schemeClr val="accent2"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3081528" cy="401421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92040" y="640081"/>
            <a:ext cx="6675120" cy="55778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B6B8768-08ED-B8FE-AB87-3961B13E76E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8" y="6318504"/>
            <a:ext cx="3446431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790CD73-4635-8D46-A7E8-EDF5E35D34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5640267-1344-46BE-B105-162E68855468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E7E57EE-CAE7-24C5-9F1D-159F32ADDDD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80323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5272" y="502920"/>
            <a:ext cx="5961888" cy="1197864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5E9B8B-7499-A48C-F314-3620CFFB8E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39B506F-0FAC-8905-0F05-E889644A7B9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DAC1EBA-955D-23C1-CCE1-CF2C6CBFD05B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96EE962-E57A-8EDB-7169-6EB04FA7539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0"/>
            <a:ext cx="483717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05272" y="1801367"/>
            <a:ext cx="5961888" cy="4453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1225D-49EF-5752-ACF2-F43EB2B363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5605272" y="6318504"/>
            <a:ext cx="409651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362DD-3333-1184-E97C-2FDF9D599F49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9701784" y="6318504"/>
            <a:ext cx="1865376" cy="365760"/>
          </a:xfrm>
        </p:spPr>
        <p:txBody>
          <a:bodyPr/>
          <a:lstStyle/>
          <a:p>
            <a:fld id="{1C45E567-307A-4358-87B7-AFD16C4C07D5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21012C-B1FA-A889-A45D-1DA431A4144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08925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6858000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472184"/>
            <a:ext cx="6858000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5B44AF-FB05-4BBA-5AC9-C89D1BB5BE6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32EABA-2011-B91D-C867-6B03C474330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4709160" y="6318504"/>
            <a:ext cx="2350008" cy="365760"/>
          </a:xfrm>
        </p:spPr>
        <p:txBody>
          <a:bodyPr/>
          <a:lstStyle/>
          <a:p>
            <a:fld id="{E016730A-3443-4D7F-BC47-3A3CDB3837FC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437E37F5-E579-D12C-536E-A9118707E1C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976872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9D3616B-B0C6-AB9E-48FA-05090671826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9142" y="0"/>
            <a:ext cx="3939493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5BBFBAF-5922-A442-5D1A-BC28ADE0D2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9DBF79C-336C-A5FC-F9A7-F678FEB5C351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B3E95C8-0894-01F3-97E4-60803AAA24AF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092165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6516" y="502920"/>
            <a:ext cx="6858000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AF4E90B-EF6F-24B4-C4FE-7FBC72B7E9E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7" y="0"/>
            <a:ext cx="396849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F50B082-E806-677A-B150-164003C5B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EBF228F-ECC6-8326-8C59-4539BE646E4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29E235C-963A-D79C-5145-5233B1FD5A89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06516" y="1472183"/>
            <a:ext cx="6858000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6FDC5C-46E3-4585-C089-E091BE6E5D3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706516" y="6318504"/>
            <a:ext cx="409651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21447D-8AA6-9863-0212-376200A916F4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8729070" y="6318504"/>
            <a:ext cx="2838090" cy="365760"/>
          </a:xfrm>
        </p:spPr>
        <p:txBody>
          <a:bodyPr/>
          <a:lstStyle/>
          <a:p>
            <a:fld id="{D9193AC5-F257-4C01-8A7B-A4CD87F22F04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395A93-90A0-8500-32A5-2011DF9658F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957050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7AE7BB9-8F3B-888B-7C5F-C693E4B78B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A2AA3A-CAA5-475A-C3CD-9ABFCE2B0092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43ED07E-CBE3-22B8-BCE0-4F98BB64C4C6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573413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472184"/>
            <a:ext cx="4573413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2B6E2F6-1C60-7678-922C-01C4DB211D7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2648" y="6318504"/>
            <a:ext cx="274320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BA7FF-A77E-82D8-382F-C60F9EB7D40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355847" y="6318504"/>
            <a:ext cx="1418733" cy="365760"/>
          </a:xfrm>
        </p:spPr>
        <p:txBody>
          <a:bodyPr/>
          <a:lstStyle/>
          <a:p>
            <a:fld id="{A64EBB10-E93E-4729-97C4-FAB8DF4548E2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277AED5A-2B3B-6F43-CA78-5BF85217FD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692285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C59C038-AFE7-F1BB-D482-33E17089257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844556" y="0"/>
            <a:ext cx="6224082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0838652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389120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084832"/>
            <a:ext cx="4389120" cy="416966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2648" y="6318504"/>
            <a:ext cx="265176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264408" y="6318504"/>
            <a:ext cx="1325880" cy="365760"/>
          </a:xfrm>
        </p:spPr>
        <p:txBody>
          <a:bodyPr/>
          <a:lstStyle/>
          <a:p>
            <a:fld id="{7040DD2C-7FC6-41A9-87A2-29E4EDD4A815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507992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660263" y="0"/>
            <a:ext cx="6408375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D76C82F-0CA8-713E-E19A-65D51910A5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3A0EB22-0640-E9D6-5C90-504668EDC47C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995F219-6751-8C9C-0F4E-1048F537CB6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33212470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5C494689-2DF4-F719-B5A3-0E33B5AB9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58C88C8-2ADC-03E1-DA79-C09C9FFCB400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EE9281E-3F01-B630-B5DF-17CEE295D67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22376"/>
            <a:ext cx="3017520" cy="3364992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5A6D87B-55DF-483B-0AF7-E6F2B6041C8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105656" y="722376"/>
            <a:ext cx="3417212" cy="544068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98356" y="722376"/>
            <a:ext cx="3566160" cy="54406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B46F9121-A740-6137-350B-F287FC3F65E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1DDF62D-265F-648C-DEAF-A6B63AFE9A8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8E3A8ED-7C53-48B7-8E07-F767A8357B67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B1E5F69-8168-1838-71D3-E395524793E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85040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DB5D765-4DB1-83CD-C254-A90B6611C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69A84EF-6D24-A163-8B58-B5389FD4DDD7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E9A50A9-013C-611D-B106-1ED459519F5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5592" y="502920"/>
            <a:ext cx="3401568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-1"/>
            <a:ext cx="7397496" cy="68579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65592" y="2084832"/>
            <a:ext cx="3401568" cy="416966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8165592" y="6318504"/>
            <a:ext cx="233352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504406" y="6318504"/>
            <a:ext cx="1062754" cy="365760"/>
          </a:xfrm>
        </p:spPr>
        <p:txBody>
          <a:bodyPr/>
          <a:lstStyle/>
          <a:p>
            <a:fld id="{81AC3B39-0D1D-4C0E-BE8E-C570B18D6B3B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547203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401568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084832"/>
            <a:ext cx="3401568" cy="416966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8" y="6318504"/>
            <a:ext cx="197550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88150" y="6318504"/>
            <a:ext cx="101458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780F3AB-C899-4854-A4A4-B2E20F203358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520440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5A6D87B-55DF-483B-0AF7-E6F2B6041C8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802819" y="0"/>
            <a:ext cx="7265819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CFD1FA7-C4E8-DE5C-3B9D-DCD115B6C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C133272-DC27-4D54-F532-D2039EAA5D95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9C8420D-B6AB-D6E7-38A4-FFF30B404590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5744093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5592" y="1008126"/>
            <a:ext cx="3401567" cy="194767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93A3E8A-C3F5-3D0B-FDE4-68B52DFE719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0"/>
            <a:ext cx="739749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02754B6-EAB4-945C-FC4E-F8F7D453B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99CF6F-40DA-4FCF-FBCF-9907CB96FB7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7C8A1CA-3094-3344-5C05-30F5E18CD02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65592" y="3099816"/>
            <a:ext cx="3401567" cy="305409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8C8E1E-13A9-668C-1F5C-BC271E6A05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8165592" y="6318504"/>
            <a:ext cx="233172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2343-B677-7565-070B-CEED0B0D546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97312" y="6318504"/>
            <a:ext cx="1069847" cy="365760"/>
          </a:xfrm>
        </p:spPr>
        <p:txBody>
          <a:bodyPr/>
          <a:lstStyle/>
          <a:p>
            <a:fld id="{1095A040-388D-41D5-A09F-3EC1A1D097A8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BC881-6669-50F2-64F2-57BD81A93B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757660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956312"/>
            <a:ext cx="3647839" cy="1420235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1"/>
            <a:ext cx="12192000" cy="45910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A6CD91D-B3A8-3626-F189-B9F77A315D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4591027"/>
            <a:ext cx="12198096" cy="123363"/>
            <a:chOff x="-5025" y="6737718"/>
            <a:chExt cx="12207200" cy="1233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869147E-E51A-3B94-6CD8-EE629F879704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DCD771F-7FFC-BCEC-B388-8883BD9CBC61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57800" y="4956312"/>
            <a:ext cx="6309360" cy="1420235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CB542C-378A-4AAF-83EE-A3767FF83605}" type="datetime1">
              <a:rPr lang="en-US" smtClean="0"/>
              <a:t>10/19/2025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12152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93596"/>
            <a:ext cx="2953618" cy="2007912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8FB154D-4A60-735B-FA5C-F17F96D0F7D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370080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68555" y="4093596"/>
            <a:ext cx="7298605" cy="2289578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BD91724-58CE-FA68-1E24-9CD57621C1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AA293A1-7F80-90D9-D8FF-27238ADD795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16C6F251-EB74-4ADA-AD63-D85EC3A9D616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9AC797-2D9B-C7AC-550D-157FEDA380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63938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0333CDCF-1D03-5851-5ADE-6C229D9C9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36CADBC-4985-70E0-56BE-1C8385BBCBD0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31B3299-F1D4-88B7-5B22-7D623606691F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7978"/>
            <a:ext cx="10954512" cy="969264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5C3B04B-96C8-DA90-9593-3508CE34B4E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1801367"/>
            <a:ext cx="7015248" cy="4489704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52735" y="1801367"/>
            <a:ext cx="3314425" cy="4489704"/>
          </a:xfrm>
        </p:spPr>
        <p:txBody>
          <a:bodyPr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02B3BF-7794-675C-7382-345519B43BE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303468-1991-7CCF-2C67-0B5A3850BAD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305F46D-792E-48B7-9047-8A1672515077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AF75D71-C32E-4EF6-2C8E-B5F29DBF4D1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686076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6287667-A4F8-6B7A-7C1E-415768F3B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60F260A-40A1-ED4C-F5A8-F915D3BDB7F5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79CD2C2-2541-1223-03B1-97955C134718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669536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2293938"/>
            <a:ext cx="4669536" cy="4024566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02919"/>
            <a:ext cx="5471160" cy="581558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3134235-8D6E-735A-EBA0-BA533F60F02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D2F68ED-5552-E109-B7F4-671217CABF2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B53D3FE-D727-4B50-874D-41D5E635B20A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73B9B49-4584-CFEF-738F-BE68D009CEA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422552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53C02DA-0C9D-12C9-42BB-CC4820B41C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3680A20-A590-D755-5AA0-BAF1B1402907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6CA06CF-7B14-32D2-2412-3434710512E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645980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2293938"/>
            <a:ext cx="3645980" cy="4024565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12227" y="502919"/>
            <a:ext cx="6354933" cy="581558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E942071-3A2D-4B86-82F9-428DB212BAF8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70301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B93BC13-F3D8-0BDA-D1BF-7B8E455AC0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7362B5B-CACD-7203-74DE-7B0BBF7D69CE}"/>
              </a:ext>
            </a:extLst>
          </p:cNvPr>
          <p:cNvGrpSpPr/>
          <p:nvPr/>
        </p:nvGrpSpPr>
        <p:grpSpPr>
          <a:xfrm>
            <a:off x="-22276" y="-6922"/>
            <a:ext cx="12214276" cy="6869101"/>
            <a:chOff x="-22276" y="-6922"/>
            <a:chExt cx="12214276" cy="6869101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D6A753B-AD01-7A7A-4F2D-C75592EC67B9}"/>
                </a:ext>
              </a:extLst>
            </p:cNvPr>
            <p:cNvSpPr/>
            <p:nvPr/>
          </p:nvSpPr>
          <p:spPr>
            <a:xfrm rot="5400000">
              <a:off x="2655863" y="-2678137"/>
              <a:ext cx="6857999" cy="12214275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E82525-BA9A-AA08-8DF0-B77178C6BC45}"/>
                </a:ext>
              </a:extLst>
            </p:cNvPr>
            <p:cNvSpPr/>
            <p:nvPr/>
          </p:nvSpPr>
          <p:spPr>
            <a:xfrm rot="16200000">
              <a:off x="3197276" y="-2132545"/>
              <a:ext cx="6850175" cy="11139273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19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A4B5202-8712-82B4-1B42-E7E4336E8698}"/>
                </a:ext>
              </a:extLst>
            </p:cNvPr>
            <p:cNvSpPr/>
            <p:nvPr/>
          </p:nvSpPr>
          <p:spPr>
            <a:xfrm flipH="1">
              <a:off x="-22276" y="-6922"/>
              <a:ext cx="3849318" cy="685291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95172D8-9117-7FB7-2347-567B5663C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6189691" y="-743112"/>
              <a:ext cx="5263375" cy="674124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48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4928616"/>
            <a:ext cx="9912096" cy="1545336"/>
          </a:xfrm>
        </p:spPr>
        <p:txBody>
          <a:bodyPr anchor="t">
            <a:normAutofit/>
          </a:bodyPr>
          <a:lstStyle>
            <a:lvl1pPr algn="ctr">
              <a:lnSpc>
                <a:spcPct val="120000"/>
              </a:lnSpc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0352" y="978408"/>
            <a:ext cx="11137392" cy="411480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932224-E515-4E44-2832-0D5E94847C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71D16-7052-CB51-10DB-659F8F77B25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40D1012-6B36-4753-8153-E5F982239567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B132CC-C4B7-E2AF-5520-00C69FF37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21710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718304"/>
            <a:ext cx="6281928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21208" y="786384"/>
            <a:ext cx="11155680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7800" b="1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18D0173-56FC-C02C-32BA-73DB1BA380C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2E2BBBB-FE25-456C-89E4-A0303F0273E5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6AFD340-D045-A82B-779A-CCE82B04A2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B246833-56EB-2252-BAD6-8D369F55483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74806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983480"/>
            <a:ext cx="6281928" cy="13533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lnSpc>
                <a:spcPct val="120000"/>
              </a:lnSpc>
              <a:defRPr lang="en-US" sz="28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182880"/>
            <a:ext cx="11247120" cy="497433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90000"/>
              </a:lnSpc>
              <a:buNone/>
              <a:defRPr lang="en-US" sz="32500" b="1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18D0173-56FC-C02C-32BA-73DB1BA380C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315EE4B-219D-4799-AB8D-57B100451C5D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6AFD340-D045-A82B-779A-CCE82B04A2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B246833-56EB-2252-BAD6-8D369F55483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1904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1pPr>
            <a:lvl2pPr marL="2286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2pPr>
            <a:lvl3pPr marL="457200" indent="0">
              <a:lnSpc>
                <a:spcPct val="100000"/>
              </a:lnSpc>
              <a:buNone/>
              <a:defRPr sz="44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3pPr>
            <a:lvl4pPr marL="685800" indent="0">
              <a:lnSpc>
                <a:spcPct val="100000"/>
              </a:lnSpc>
              <a:buNone/>
              <a:defRPr sz="40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4pPr>
            <a:lvl5pPr marL="914400" indent="0">
              <a:lnSpc>
                <a:spcPct val="100000"/>
              </a:lnSpc>
              <a:buNone/>
              <a:defRPr sz="36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499AFF4-C109-45E7-87CB-3A41EC6C3342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079631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1C0A04-3BC7-B88E-3974-2A73D0A107E7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07991EE-474F-899B-8FEF-F82B3E5BDF10}"/>
              </a:ext>
            </a:extLst>
          </p:cNvPr>
          <p:cNvGrpSpPr/>
          <p:nvPr/>
        </p:nvGrpSpPr>
        <p:grpSpPr>
          <a:xfrm>
            <a:off x="-7285" y="-6922"/>
            <a:ext cx="12199285" cy="6869101"/>
            <a:chOff x="-22275" y="-6922"/>
            <a:chExt cx="12214275" cy="68691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9D5B255-8277-F118-03CD-8BAE19E8D68B}"/>
                </a:ext>
              </a:extLst>
            </p:cNvPr>
            <p:cNvSpPr/>
            <p:nvPr/>
          </p:nvSpPr>
          <p:spPr>
            <a:xfrm rot="5400000">
              <a:off x="2655863" y="-2678137"/>
              <a:ext cx="6857999" cy="12214275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E8FF695-246F-077D-F2C8-36B38501750D}"/>
                </a:ext>
              </a:extLst>
            </p:cNvPr>
            <p:cNvSpPr/>
            <p:nvPr/>
          </p:nvSpPr>
          <p:spPr>
            <a:xfrm rot="16200000">
              <a:off x="3197276" y="-2132545"/>
              <a:ext cx="6850175" cy="11139273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19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DB72F2E-896E-2C27-7B7B-07C3BA02B78E}"/>
                </a:ext>
              </a:extLst>
            </p:cNvPr>
            <p:cNvSpPr/>
            <p:nvPr/>
          </p:nvSpPr>
          <p:spPr>
            <a:xfrm flipH="1">
              <a:off x="-14981" y="-6922"/>
              <a:ext cx="3836566" cy="685291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522BC71-28C2-81D8-FB44-31BC493BBF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6189691" y="-743112"/>
              <a:ext cx="5263375" cy="674124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48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3681088-8C72-D3AA-E951-F32AA4318F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-8784" y="6739061"/>
            <a:ext cx="12207240" cy="137160"/>
            <a:chOff x="-5025" y="6737718"/>
            <a:chExt cx="12207200" cy="123363"/>
          </a:xfrm>
          <a:solidFill>
            <a:schemeClr val="tx1"/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3FCCF6-A9CE-8C06-A018-3526E4B210A6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641A033-DCF1-2B2E-7479-E074B140FA8C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3F83B6E-95ED-1D70-2F6E-8299525C0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6" y="0"/>
            <a:ext cx="137160" cy="6858000"/>
            <a:chOff x="12068638" y="0"/>
            <a:chExt cx="123362" cy="6858000"/>
          </a:xfrm>
          <a:solidFill>
            <a:schemeClr val="tx1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1F59BE4-AC2E-2AB9-FE80-40CAF77CA798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01C2DAC-E593-02EE-C7E4-01B9BAA443C6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7680960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32871A2-A450-61EB-7368-98B251F1549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CA33720-A04E-18B6-251B-16C80085F29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AFEFF9-BDF1-4CFA-B535-0413D62BE29A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C245A2E-4B49-CED7-ADDF-6624BCC88DD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4675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323AF82-B640-17D0-AC4B-55F4EDF5C4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DA5C8EA-7A6C-8AC0-78D1-F538329B41B8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F2FAD3C-DB75-D855-489D-B09F992EA0E9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B287CE5-00A5-FA1D-EB2D-E5CFD27420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12357" y="6746828"/>
            <a:ext cx="12188952" cy="123363"/>
            <a:chOff x="-5025" y="6737718"/>
            <a:chExt cx="12207200" cy="12336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2C43EBD-E088-A3CD-FCDE-E6ED8F87D148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D88F00F-9D01-378E-377E-26B543D2FA77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82175" y="751366"/>
            <a:ext cx="8353433" cy="5402545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1pPr>
            <a:lvl2pPr marL="2286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2pPr>
            <a:lvl3pPr marL="4572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3pPr>
            <a:lvl4pPr marL="6858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4pPr>
            <a:lvl5pPr marL="9144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32871A2-A450-61EB-7368-98B251F1549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CA33720-A04E-18B6-251B-16C80085F29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E761A50-B070-4EAD-9EB9-92E4929324E7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C245A2E-4B49-CED7-ADDF-6624BCC88DD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81609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45920" y="5203004"/>
            <a:ext cx="9052560" cy="55778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4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795462"/>
            <a:ext cx="9198864" cy="287121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44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9A1CBA35-F376-4C5F-B8C5-4C103617FD91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716944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D93FB6C-5982-EAFA-94FA-F06EABA0EC3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48F732B-25DE-1819-DB0A-266B26703011}"/>
              </a:ext>
            </a:extLst>
          </p:cNvPr>
          <p:cNvGrpSpPr/>
          <p:nvPr/>
        </p:nvGrpSpPr>
        <p:grpSpPr>
          <a:xfrm>
            <a:off x="807326" y="778051"/>
            <a:ext cx="10577346" cy="5314435"/>
            <a:chOff x="807326" y="778051"/>
            <a:chExt cx="10577346" cy="531443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0BBD41E-DAB9-A564-3A2B-295B7AE87C42}"/>
                </a:ext>
              </a:extLst>
            </p:cNvPr>
            <p:cNvSpPr/>
            <p:nvPr/>
          </p:nvSpPr>
          <p:spPr>
            <a:xfrm rot="5400000" flipH="1">
              <a:off x="3438786" y="-1853401"/>
              <a:ext cx="5314432" cy="10577340"/>
            </a:xfrm>
            <a:prstGeom prst="rect">
              <a:avLst/>
            </a:prstGeom>
            <a:gradFill>
              <a:gsLst>
                <a:gs pos="0">
                  <a:schemeClr val="accent2">
                    <a:alpha val="78000"/>
                  </a:schemeClr>
                </a:gs>
                <a:gs pos="93000">
                  <a:schemeClr val="accent5">
                    <a:alpha val="85000"/>
                  </a:schemeClr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54A4391-9FDD-C033-0A4D-647A73420405}"/>
                </a:ext>
              </a:extLst>
            </p:cNvPr>
            <p:cNvSpPr/>
            <p:nvPr/>
          </p:nvSpPr>
          <p:spPr>
            <a:xfrm rot="16200000" flipH="1">
              <a:off x="3445177" y="-1846407"/>
              <a:ext cx="5314435" cy="10563352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alpha val="79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21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290101F-E74A-5C0F-8CC5-E0B5E3DC0E24}"/>
                </a:ext>
              </a:extLst>
            </p:cNvPr>
            <p:cNvSpPr/>
            <p:nvPr/>
          </p:nvSpPr>
          <p:spPr>
            <a:xfrm rot="10800000">
              <a:off x="807326" y="778051"/>
              <a:ext cx="3333441" cy="530836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38E2756-2591-1046-1B67-C9DEEDDCB8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 flipH="1">
              <a:off x="4205050" y="-1083744"/>
              <a:ext cx="4078718" cy="10273742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26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1368" y="5120640"/>
            <a:ext cx="8549640" cy="621792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55064" y="1965960"/>
            <a:ext cx="8695944" cy="2331720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3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A89D600-DCDC-4EC3-BDD3-052C2836DAF2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55924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3D49479-B594-DDBA-C16A-3A98635C8A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E065CA7-C91C-8C4F-CD30-E6DB950A620B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DCDB482-1274-EA4E-11EA-FDB308F1540E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FAEF3D1-EB50-234E-F0C0-5C4E6FB69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-1091" y="0"/>
            <a:ext cx="12188952" cy="123363"/>
            <a:chOff x="-5025" y="6737718"/>
            <a:chExt cx="12207200" cy="123363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B35CE4F-16F9-575C-78CA-4F076F0C3D1F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D59711A-5559-82B6-B156-35D79618FF56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9836" y="5192776"/>
            <a:ext cx="8494776" cy="621792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gradFill>
                  <a:gsLst>
                    <a:gs pos="0">
                      <a:schemeClr val="accent2"/>
                    </a:gs>
                    <a:gs pos="90000">
                      <a:schemeClr val="accent5"/>
                    </a:gs>
                  </a:gsLst>
                  <a:lin ang="9600000" scaled="0"/>
                </a:gra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33532" y="1792224"/>
            <a:ext cx="8641080" cy="287121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3600">
                <a:gradFill>
                  <a:gsLst>
                    <a:gs pos="0">
                      <a:schemeClr val="accent2"/>
                    </a:gs>
                    <a:gs pos="90000">
                      <a:schemeClr val="accent5"/>
                    </a:gs>
                  </a:gsLst>
                  <a:lin ang="9600000" scaled="0"/>
                </a:gradFill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3ADB2DB3-0A08-4E5B-8BB6-A488CF1C042F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79558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0B646A9-91B4-D2CF-8B72-68E668219C00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4512" cy="119786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7BFCD9-16A4-5745-7BB3-7836095FF1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648" y="2133600"/>
            <a:ext cx="5166360" cy="41849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30EDC57-7D17-D4C8-5C60-A44A480EA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800" y="2128115"/>
            <a:ext cx="5166360" cy="419038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A082C-5D4A-4A20-87E3-9906B5F3BA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184DE-1D38-B3AE-D560-557B3726B5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A329DD1-6F17-4170-B2B1-1A76C32D62A1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66BE47-AC20-1061-07AD-89A41D02F4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77797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C704A21-3725-4536-B210-EAED58DE1544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3750" cy="119786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2128111"/>
            <a:ext cx="5166360" cy="484632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400" b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B5BB1DC-4DAA-D220-25A9-5752C158FD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648" y="2722893"/>
            <a:ext cx="5166360" cy="3595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0800" y="2128109"/>
            <a:ext cx="5166360" cy="484633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400" b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AB67A04-5E8D-18C5-D47A-A5B5CFE568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038" y="2722893"/>
            <a:ext cx="5166360" cy="3595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669AB3-1083-59C6-B9F8-A35C0D40661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D0645D-C128-9FF0-2E8B-D2E3E3468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BA7E6053-DA33-4DC9-86BB-0E52E5EB5B56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C6DDA88-C058-DDD5-F19B-8B5E7B86C68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506985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2CE4D-D83F-44D4-ACB0-A88A6B9DB4F7}" type="datetime1">
              <a:rPr lang="en-US" smtClean="0"/>
              <a:t>10/19/2025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51004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2F981-1EE1-49F5-B605-4EA23F0307AC}" type="datetime1">
              <a:rPr lang="en-US" smtClean="0"/>
              <a:t>10/19/2025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51577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6BE0305-2234-39DE-EC35-B6881018E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EBF17BE-BA15-771A-79F4-91B4C5C752FB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79ADE0D-3A86-F364-6B2A-F373A75E29AE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595634" cy="1808201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309608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99" y="502920"/>
            <a:ext cx="6283861" cy="580326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6493B-A447-4205-AC2D-AE2DEDAE4E3B}" type="datetime1">
              <a:rPr lang="en-US" smtClean="0"/>
              <a:t>10/19/2025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73495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923E9-478C-95DE-C678-A683A36F53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3DD8A0F-EB40-1201-2A23-685958AC5DF6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B912E4F-3FBB-39E4-2EA2-BA0D8858A74D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713996" cy="224720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861F92C4-9651-789C-0B22-E6343EE25C7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CCD178F-4127-FE67-2F5D-0F1CE788439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53978" y="342016"/>
            <a:ext cx="6413182" cy="597648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23" name="Date Placeholder 22">
            <a:extLst>
              <a:ext uri="{FF2B5EF4-FFF2-40B4-BE49-F238E27FC236}">
                <a16:creationId xmlns:a16="http://schemas.microsoft.com/office/drawing/2014/main" id="{8ACB14E1-4D3B-B55C-4791-64F774AC361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F9A354F-9C13-4261-9BA4-DD76051C2429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E55DAD34-8521-F119-F985-ABFBDD3400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764716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0AE463B-60C7-F01E-97F6-1486FB41D2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94E48A-D751-8593-5D71-0683866A2404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5092F9-8C9B-4865-CB0E-EFD550A28ED3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10890373" cy="1463040"/>
          </a:xfrm>
        </p:spPr>
        <p:txBody>
          <a:bodyPr anchor="t">
            <a:normAutofit/>
          </a:bodyPr>
          <a:lstStyle>
            <a:lvl1pPr>
              <a:defRPr sz="60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8" y="3483864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3A9CD26-23FE-488A-AF3B-5DDE99301C10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82009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627318"/>
            <a:ext cx="8430768" cy="1842020"/>
          </a:xfrm>
        </p:spPr>
        <p:txBody>
          <a:bodyPr anchor="b">
            <a:normAutofit/>
          </a:bodyPr>
          <a:lstStyle>
            <a:lvl1pPr>
              <a:defRPr sz="60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3622673"/>
            <a:ext cx="8430768" cy="160934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200" dirty="0"/>
            </a:lvl1pPr>
            <a:lvl2pPr marL="228600" indent="0">
              <a:buNone/>
              <a:defRPr lang="en-US" sz="1800" dirty="0"/>
            </a:lvl2pPr>
            <a:lvl3pPr marL="457200" indent="0">
              <a:buNone/>
              <a:defRPr lang="en-US" sz="16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C67263D-2536-4E2E-A4D6-BA89E45F00B0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93768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4512" cy="11978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1801368"/>
            <a:ext cx="10954512" cy="4480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8" y="6318504"/>
            <a:ext cx="4096512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5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430768" y="6318504"/>
            <a:ext cx="3136392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/>
                </a:solidFill>
              </a:defRPr>
            </a:lvl1pPr>
          </a:lstStyle>
          <a:p>
            <a:fld id="{FD1C4689-B28D-4D3C-8B05-9ABB967E2A3E}" type="datetime1">
              <a:rPr lang="en-US" smtClean="0"/>
              <a:t>10/19/2025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4864" y="6318504"/>
            <a:ext cx="493776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176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  <p:sldLayoutId id="2147483828" r:id="rId12"/>
    <p:sldLayoutId id="2147483829" r:id="rId13"/>
    <p:sldLayoutId id="2147483830" r:id="rId14"/>
    <p:sldLayoutId id="2147483831" r:id="rId15"/>
    <p:sldLayoutId id="2147483832" r:id="rId16"/>
    <p:sldLayoutId id="2147483833" r:id="rId17"/>
    <p:sldLayoutId id="2147483834" r:id="rId18"/>
    <p:sldLayoutId id="2147483835" r:id="rId19"/>
    <p:sldLayoutId id="2147483836" r:id="rId20"/>
    <p:sldLayoutId id="2147483837" r:id="rId21"/>
    <p:sldLayoutId id="2147483838" r:id="rId22"/>
    <p:sldLayoutId id="2147483839" r:id="rId23"/>
    <p:sldLayoutId id="2147483840" r:id="rId24"/>
    <p:sldLayoutId id="2147483841" r:id="rId25"/>
    <p:sldLayoutId id="2147483842" r:id="rId26"/>
    <p:sldLayoutId id="2147483843" r:id="rId27"/>
    <p:sldLayoutId id="2147483844" r:id="rId28"/>
    <p:sldLayoutId id="2147483845" r:id="rId29"/>
    <p:sldLayoutId id="2147483846" r:id="rId30"/>
    <p:sldLayoutId id="2147483847" r:id="rId31"/>
    <p:sldLayoutId id="2147483848" r:id="rId32"/>
    <p:sldLayoutId id="2147483849" r:id="rId33"/>
    <p:sldLayoutId id="2147483850" r:id="rId34"/>
    <p:sldLayoutId id="2147483851" r:id="rId35"/>
    <p:sldLayoutId id="2147483852" r:id="rId36"/>
    <p:sldLayoutId id="2147483853" r:id="rId37"/>
    <p:sldLayoutId id="2147483854" r:id="rId38"/>
    <p:sldLayoutId id="2147483867" r:id="rId39"/>
    <p:sldLayoutId id="2147483855" r:id="rId40"/>
    <p:sldLayoutId id="2147483856" r:id="rId41"/>
    <p:sldLayoutId id="2147483857" r:id="rId42"/>
    <p:sldLayoutId id="2147483858" r:id="rId43"/>
    <p:sldLayoutId id="2147483859" r:id="rId44"/>
    <p:sldLayoutId id="2147483860" r:id="rId45"/>
    <p:sldLayoutId id="2147483861" r:id="rId46"/>
    <p:sldLayoutId id="2147483862" r:id="rId47"/>
    <p:sldLayoutId id="2147483863" r:id="rId48"/>
    <p:sldLayoutId id="2147483864" r:id="rId49"/>
    <p:sldLayoutId id="2147483865" r:id="rId50"/>
    <p:sldLayoutId id="2147483866" r:id="rId5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1.png"/><Relationship Id="rId7" Type="http://schemas.openxmlformats.org/officeDocument/2006/relationships/customXml" Target="../ink/ink3.xml"/><Relationship Id="rId12" Type="http://schemas.openxmlformats.org/officeDocument/2006/relationships/image" Target="../media/image16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jpg"/><Relationship Id="rId11" Type="http://schemas.openxmlformats.org/officeDocument/2006/relationships/customXml" Target="../ink/ink5.xml"/><Relationship Id="rId5" Type="http://schemas.openxmlformats.org/officeDocument/2006/relationships/image" Target="../media/image12.png"/><Relationship Id="rId10" Type="http://schemas.openxmlformats.org/officeDocument/2006/relationships/image" Target="../media/image15.png"/><Relationship Id="rId4" Type="http://schemas.openxmlformats.org/officeDocument/2006/relationships/customXml" Target="../ink/ink2.xml"/><Relationship Id="rId9" Type="http://schemas.openxmlformats.org/officeDocument/2006/relationships/customXml" Target="../ink/ink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70.png"/><Relationship Id="rId5" Type="http://schemas.openxmlformats.org/officeDocument/2006/relationships/image" Target="../media/image160.png"/><Relationship Id="rId4" Type="http://schemas.openxmlformats.org/officeDocument/2006/relationships/image" Target="../media/image15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Relationship Id="rId4" Type="http://schemas.openxmlformats.org/officeDocument/2006/relationships/customXml" Target="../ink/ink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9CD806-55D9-323E-A324-78FEA4BBE4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76072"/>
            <a:ext cx="5852160" cy="2953512"/>
          </a:xfrm>
        </p:spPr>
        <p:txBody>
          <a:bodyPr anchor="t">
            <a:normAutofit fontScale="90000"/>
          </a:bodyPr>
          <a:lstStyle/>
          <a:p>
            <a:r>
              <a:rPr kumimoji="1" lang="ko-KR" altLang="en-US" dirty="0"/>
              <a:t>스포츠 데이터 분석</a:t>
            </a:r>
            <a:br>
              <a:rPr kumimoji="1" lang="en-US" altLang="ko-KR" dirty="0"/>
            </a:br>
            <a:br>
              <a:rPr kumimoji="1" lang="en-US" altLang="ko-KR" dirty="0"/>
            </a:br>
            <a:r>
              <a:rPr kumimoji="1" lang="ko-KR" altLang="en-US" dirty="0"/>
              <a:t>실시간 승률 예측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9C395A7-5311-E7CC-C98C-A2B16087FC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anchor="ctr">
            <a:normAutofit/>
          </a:bodyPr>
          <a:lstStyle/>
          <a:p>
            <a:r>
              <a:rPr kumimoji="1" lang="ko-KR" altLang="en-US" dirty="0" err="1"/>
              <a:t>팀리더</a:t>
            </a:r>
            <a:r>
              <a:rPr kumimoji="1" lang="en-US" altLang="ko-KR" dirty="0"/>
              <a:t>: 	20</a:t>
            </a:r>
            <a:r>
              <a:rPr kumimoji="1" lang="ko-KR" altLang="en-US" dirty="0"/>
              <a:t>학번 김승준</a:t>
            </a:r>
            <a:endParaRPr kumimoji="1" lang="en-US" altLang="ko-KR" dirty="0"/>
          </a:p>
          <a:p>
            <a:r>
              <a:rPr kumimoji="1" lang="ko-KR" altLang="en-US" dirty="0"/>
              <a:t>팀원</a:t>
            </a:r>
            <a:r>
              <a:rPr kumimoji="1" lang="en-US" altLang="ko-KR" dirty="0"/>
              <a:t>: 	20</a:t>
            </a:r>
            <a:r>
              <a:rPr kumimoji="1" lang="ko-KR" altLang="en-US" dirty="0"/>
              <a:t>학번 </a:t>
            </a:r>
            <a:r>
              <a:rPr kumimoji="1" lang="ko-KR" altLang="en-US" dirty="0" err="1"/>
              <a:t>주민찬</a:t>
            </a:r>
            <a:endParaRPr kumimoji="1" lang="ko-KR" alt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3" name="잉크 12">
                <a:extLst>
                  <a:ext uri="{FF2B5EF4-FFF2-40B4-BE49-F238E27FC236}">
                    <a16:creationId xmlns:a16="http://schemas.microsoft.com/office/drawing/2014/main" id="{73F04E46-E0F9-86D5-8BEC-00EA6F71BF83}"/>
                  </a:ext>
                </a:extLst>
              </p14:cNvPr>
              <p14:cNvContentPartPr/>
              <p14:nvPr/>
            </p14:nvContentPartPr>
            <p14:xfrm>
              <a:off x="9225219" y="2530980"/>
              <a:ext cx="360" cy="360"/>
            </p14:xfrm>
          </p:contentPart>
        </mc:Choice>
        <mc:Fallback>
          <p:pic>
            <p:nvPicPr>
              <p:cNvPr id="13" name="잉크 12">
                <a:extLst>
                  <a:ext uri="{FF2B5EF4-FFF2-40B4-BE49-F238E27FC236}">
                    <a16:creationId xmlns:a16="http://schemas.microsoft.com/office/drawing/2014/main" id="{73F04E46-E0F9-86D5-8BEC-00EA6F71BF8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219099" y="252486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6" name="잉크 15">
                <a:extLst>
                  <a:ext uri="{FF2B5EF4-FFF2-40B4-BE49-F238E27FC236}">
                    <a16:creationId xmlns:a16="http://schemas.microsoft.com/office/drawing/2014/main" id="{0E27449D-E7B4-BD75-223D-FB448FB64831}"/>
                  </a:ext>
                </a:extLst>
              </p14:cNvPr>
              <p14:cNvContentPartPr/>
              <p14:nvPr/>
            </p14:nvContentPartPr>
            <p14:xfrm>
              <a:off x="9583419" y="776340"/>
              <a:ext cx="550080" cy="266400"/>
            </p14:xfrm>
          </p:contentPart>
        </mc:Choice>
        <mc:Fallback>
          <p:pic>
            <p:nvPicPr>
              <p:cNvPr id="16" name="잉크 15">
                <a:extLst>
                  <a:ext uri="{FF2B5EF4-FFF2-40B4-BE49-F238E27FC236}">
                    <a16:creationId xmlns:a16="http://schemas.microsoft.com/office/drawing/2014/main" id="{0E27449D-E7B4-BD75-223D-FB448FB6483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577299" y="770220"/>
                <a:ext cx="562320" cy="278640"/>
              </a:xfrm>
              <a:prstGeom prst="rect">
                <a:avLst/>
              </a:prstGeom>
            </p:spPr>
          </p:pic>
        </mc:Fallback>
      </mc:AlternateContent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C9F62F3E-EC9B-4A5C-B6B5-5E0F8B83389E}"/>
              </a:ext>
            </a:extLst>
          </p:cNvPr>
          <p:cNvSpPr/>
          <p:nvPr/>
        </p:nvSpPr>
        <p:spPr>
          <a:xfrm>
            <a:off x="10629360" y="865080"/>
            <a:ext cx="0" cy="0"/>
          </a:xfrm>
          <a:prstGeom prst="line">
            <a:avLst/>
          </a:prstGeom>
          <a:solidFill>
            <a:srgbClr val="FFFFFF">
              <a:alpha val="5000"/>
            </a:srgbClr>
          </a:solidFill>
          <a:ln w="126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6" name="그림 개체 틀 25">
            <a:extLst>
              <a:ext uri="{FF2B5EF4-FFF2-40B4-BE49-F238E27FC236}">
                <a16:creationId xmlns:a16="http://schemas.microsoft.com/office/drawing/2014/main" id="{82E5FDEA-4F4C-31BA-993C-E255066840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solidFill>
            <a:schemeClr val="bg1"/>
          </a:solidFill>
        </p:spPr>
        <p:txBody>
          <a:bodyPr/>
          <a:lstStyle/>
          <a:p>
            <a:endParaRPr lang="ko-KR" altLang="en-US" dirty="0"/>
          </a:p>
        </p:txBody>
      </p:sp>
      <p:pic>
        <p:nvPicPr>
          <p:cNvPr id="27" name="그림 26" descr="텍스트, 로고, 폰트, 그래픽이(가) 표시된 사진">
            <a:extLst>
              <a:ext uri="{FF2B5EF4-FFF2-40B4-BE49-F238E27FC236}">
                <a16:creationId xmlns:a16="http://schemas.microsoft.com/office/drawing/2014/main" id="{DD1A0AB4-F4B5-CDAA-FD6F-19C65DEFDD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4656" y="1783504"/>
            <a:ext cx="4654295" cy="3240727"/>
          </a:xfrm>
          <a:prstGeom prst="rect">
            <a:avLst/>
          </a:prstGeom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BB30400A-D04A-0A6B-6A49-0F710023AF92}"/>
              </a:ext>
            </a:extLst>
          </p:cNvPr>
          <p:cNvGrpSpPr/>
          <p:nvPr/>
        </p:nvGrpSpPr>
        <p:grpSpPr>
          <a:xfrm>
            <a:off x="7580220" y="218493"/>
            <a:ext cx="268200" cy="262440"/>
            <a:chOff x="7580220" y="218493"/>
            <a:chExt cx="268200" cy="26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28" name="잉크 27">
                  <a:extLst>
                    <a:ext uri="{FF2B5EF4-FFF2-40B4-BE49-F238E27FC236}">
                      <a16:creationId xmlns:a16="http://schemas.microsoft.com/office/drawing/2014/main" id="{62485F62-87D4-2D69-F818-841302A9294A}"/>
                    </a:ext>
                  </a:extLst>
                </p14:cNvPr>
                <p14:cNvContentPartPr/>
                <p14:nvPr/>
              </p14:nvContentPartPr>
              <p14:xfrm>
                <a:off x="7625220" y="279333"/>
                <a:ext cx="223200" cy="201600"/>
              </p14:xfrm>
            </p:contentPart>
          </mc:Choice>
          <mc:Fallback>
            <p:pic>
              <p:nvPicPr>
                <p:cNvPr id="28" name="잉크 27">
                  <a:extLst>
                    <a:ext uri="{FF2B5EF4-FFF2-40B4-BE49-F238E27FC236}">
                      <a16:creationId xmlns:a16="http://schemas.microsoft.com/office/drawing/2014/main" id="{62485F62-87D4-2D69-F818-841302A9294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619100" y="273213"/>
                  <a:ext cx="2354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29" name="잉크 28">
                  <a:extLst>
                    <a:ext uri="{FF2B5EF4-FFF2-40B4-BE49-F238E27FC236}">
                      <a16:creationId xmlns:a16="http://schemas.microsoft.com/office/drawing/2014/main" id="{67625B05-E953-069C-CCC1-ECE0838E753F}"/>
                    </a:ext>
                  </a:extLst>
                </p14:cNvPr>
                <p14:cNvContentPartPr/>
                <p14:nvPr/>
              </p14:nvContentPartPr>
              <p14:xfrm>
                <a:off x="7638540" y="303813"/>
                <a:ext cx="63000" cy="163800"/>
              </p14:xfrm>
            </p:contentPart>
          </mc:Choice>
          <mc:Fallback>
            <p:pic>
              <p:nvPicPr>
                <p:cNvPr id="29" name="잉크 28">
                  <a:extLst>
                    <a:ext uri="{FF2B5EF4-FFF2-40B4-BE49-F238E27FC236}">
                      <a16:creationId xmlns:a16="http://schemas.microsoft.com/office/drawing/2014/main" id="{67625B05-E953-069C-CCC1-ECE0838E753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632420" y="297693"/>
                  <a:ext cx="7524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31" name="잉크 30">
                  <a:extLst>
                    <a:ext uri="{FF2B5EF4-FFF2-40B4-BE49-F238E27FC236}">
                      <a16:creationId xmlns:a16="http://schemas.microsoft.com/office/drawing/2014/main" id="{44CFBA9D-526D-1628-7039-2744B43CE759}"/>
                    </a:ext>
                  </a:extLst>
                </p14:cNvPr>
                <p14:cNvContentPartPr/>
                <p14:nvPr/>
              </p14:nvContentPartPr>
              <p14:xfrm>
                <a:off x="7580220" y="218493"/>
                <a:ext cx="144000" cy="174960"/>
              </p14:xfrm>
            </p:contentPart>
          </mc:Choice>
          <mc:Fallback>
            <p:pic>
              <p:nvPicPr>
                <p:cNvPr id="31" name="잉크 30">
                  <a:extLst>
                    <a:ext uri="{FF2B5EF4-FFF2-40B4-BE49-F238E27FC236}">
                      <a16:creationId xmlns:a16="http://schemas.microsoft.com/office/drawing/2014/main" id="{44CFBA9D-526D-1628-7039-2744B43CE75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574100" y="212373"/>
                  <a:ext cx="156240" cy="187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15705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제목 1">
            <a:extLst>
              <a:ext uri="{FF2B5EF4-FFF2-40B4-BE49-F238E27FC236}">
                <a16:creationId xmlns:a16="http://schemas.microsoft.com/office/drawing/2014/main" id="{D42E3489-3198-40AC-3237-FE21A6F58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368" y="2103120"/>
            <a:ext cx="3666744" cy="2624328"/>
          </a:xfrm>
        </p:spPr>
        <p:txBody>
          <a:bodyPr anchor="ctr">
            <a:normAutofit/>
          </a:bodyPr>
          <a:lstStyle/>
          <a:p>
            <a:r>
              <a:rPr kumimoji="1" lang="ko-KR" altLang="en-US" dirty="0"/>
              <a:t>목차</a:t>
            </a:r>
          </a:p>
        </p:txBody>
      </p:sp>
      <p:graphicFrame>
        <p:nvGraphicFramePr>
          <p:cNvPr id="14" name="내용 개체 틀 4">
            <a:extLst>
              <a:ext uri="{FF2B5EF4-FFF2-40B4-BE49-F238E27FC236}">
                <a16:creationId xmlns:a16="http://schemas.microsoft.com/office/drawing/2014/main" id="{1A0E014D-4A6B-F56C-A7B0-1FDA97961B8D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060468965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5958860" y="589889"/>
          <a:ext cx="5509458" cy="4694382"/>
        </p:xfrm>
        <a:graphic>
          <a:graphicData uri="http://schemas.openxmlformats.org/drawingml/2006/table">
            <a:tbl>
              <a:tblPr bandRow="1">
                <a:noFill/>
                <a:tableStyleId>{5C22544A-7EE6-4342-B048-85BDC9FD1C3A}</a:tableStyleId>
              </a:tblPr>
              <a:tblGrid>
                <a:gridCol w="1938074">
                  <a:extLst>
                    <a:ext uri="{9D8B030D-6E8A-4147-A177-3AD203B41FA5}">
                      <a16:colId xmlns:a16="http://schemas.microsoft.com/office/drawing/2014/main" val="2436437307"/>
                    </a:ext>
                  </a:extLst>
                </a:gridCol>
                <a:gridCol w="3571384">
                  <a:extLst>
                    <a:ext uri="{9D8B030D-6E8A-4147-A177-3AD203B41FA5}">
                      <a16:colId xmlns:a16="http://schemas.microsoft.com/office/drawing/2014/main" val="3805736015"/>
                    </a:ext>
                  </a:extLst>
                </a:gridCol>
              </a:tblGrid>
              <a:tr h="7823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100" b="1" cap="none" spc="0" dirty="0">
                          <a:solidFill>
                            <a:schemeClr val="accent1"/>
                          </a:solidFill>
                        </a:rPr>
                        <a:t>01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2000" b="0" cap="none" spc="0" dirty="0" err="1">
                          <a:solidFill>
                            <a:schemeClr val="tx1"/>
                          </a:solidFill>
                        </a:rPr>
                        <a:t>Softmax</a:t>
                      </a:r>
                      <a:r>
                        <a:rPr lang="en-US" altLang="ko-KR" sz="2000" b="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2000" b="0" cap="none" spc="0" dirty="0">
                          <a:solidFill>
                            <a:schemeClr val="tx1"/>
                          </a:solidFill>
                        </a:rPr>
                        <a:t>함수</a:t>
                      </a:r>
                    </a:p>
                  </a:txBody>
                  <a:tcPr marL="134381" marR="134381" marT="134381" marB="13438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3996396"/>
                  </a:ext>
                </a:extLst>
              </a:tr>
              <a:tr h="7823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100" b="1" cap="none" spc="0" dirty="0">
                          <a:solidFill>
                            <a:schemeClr val="accent1"/>
                          </a:solidFill>
                        </a:rPr>
                        <a:t>02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000" b="0" cap="none" spc="0" dirty="0">
                          <a:solidFill>
                            <a:schemeClr val="tx1"/>
                          </a:solidFill>
                        </a:rPr>
                        <a:t>인공지능</a:t>
                      </a:r>
                    </a:p>
                  </a:txBody>
                  <a:tcPr marL="134381" marR="134381" marT="134381" marB="13438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4694665"/>
                  </a:ext>
                </a:extLst>
              </a:tr>
              <a:tr h="7823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100" b="1" cap="none" spc="0" dirty="0">
                          <a:solidFill>
                            <a:schemeClr val="accent1"/>
                          </a:solidFill>
                        </a:rPr>
                        <a:t>03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2000" b="0" cap="none" spc="0" dirty="0">
                          <a:solidFill>
                            <a:schemeClr val="tx1"/>
                          </a:solidFill>
                        </a:rPr>
                        <a:t>MLP </a:t>
                      </a:r>
                      <a:r>
                        <a:rPr lang="ko-KR" altLang="en-US" sz="2000" b="0" cap="none" spc="0" dirty="0">
                          <a:solidFill>
                            <a:schemeClr val="tx1"/>
                          </a:solidFill>
                        </a:rPr>
                        <a:t>알고리즘</a:t>
                      </a:r>
                      <a:endParaRPr lang="en-US" altLang="ko-KR" sz="20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34381" marR="134381" marT="134381" marB="13438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6357973"/>
                  </a:ext>
                </a:extLst>
              </a:tr>
              <a:tr h="7823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100" b="1" cap="none" spc="0" dirty="0">
                          <a:solidFill>
                            <a:schemeClr val="accent1"/>
                          </a:solidFill>
                        </a:rPr>
                        <a:t>04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en-US" altLang="ko-KR" sz="20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34381" marR="134381" marT="134381" marB="13438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6475425"/>
                  </a:ext>
                </a:extLst>
              </a:tr>
              <a:tr h="7823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100" b="1" cap="none" spc="0" dirty="0">
                          <a:solidFill>
                            <a:schemeClr val="accent1"/>
                          </a:solidFill>
                        </a:rPr>
                        <a:t>05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en-US" altLang="ko-KR" sz="20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34381" marR="134381" marT="134381" marB="13438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3122352"/>
                  </a:ext>
                </a:extLst>
              </a:tr>
              <a:tr h="7823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100" b="1" cap="none" spc="0" dirty="0">
                          <a:solidFill>
                            <a:schemeClr val="accent1"/>
                          </a:solidFill>
                        </a:rPr>
                        <a:t>06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en-US" altLang="ko-KR" sz="20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34381" marR="134381" marT="134381" marB="13438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57554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93771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216743-D261-E79A-194B-B23AE090B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 err="1"/>
              <a:t>Softmax</a:t>
            </a:r>
            <a:r>
              <a:rPr kumimoji="1" lang="en-US" altLang="ko-KR" dirty="0"/>
              <a:t> </a:t>
            </a:r>
            <a:r>
              <a:rPr kumimoji="1" lang="ko-KR" altLang="en-US" dirty="0"/>
              <a:t>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995273-6A76-B792-5DA8-8EEB1D7F8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ko-KR" dirty="0" err="1"/>
              <a:t>Softmax</a:t>
            </a:r>
            <a:r>
              <a:rPr kumimoji="1" lang="ko-KR" altLang="en-US" dirty="0"/>
              <a:t> 함수는 주어진 벡터를 </a:t>
            </a:r>
            <a:r>
              <a:rPr kumimoji="1" lang="ko-KR" altLang="en-US" dirty="0" err="1"/>
              <a:t>입력값으로</a:t>
            </a:r>
            <a:r>
              <a:rPr kumimoji="1" lang="ko-KR" altLang="en-US" dirty="0"/>
              <a:t> 받아 각 원소가 </a:t>
            </a:r>
            <a:r>
              <a:rPr kumimoji="1" lang="en-US" altLang="ko-KR" dirty="0"/>
              <a:t>0</a:t>
            </a:r>
            <a:r>
              <a:rPr kumimoji="1" lang="ko-KR" altLang="en-US" dirty="0"/>
              <a:t>과 </a:t>
            </a:r>
            <a:r>
              <a:rPr kumimoji="1" lang="en-US" altLang="ko-KR" dirty="0"/>
              <a:t>1 </a:t>
            </a:r>
            <a:r>
              <a:rPr kumimoji="1" lang="ko-KR" altLang="en-US" dirty="0"/>
              <a:t>사이의 </a:t>
            </a:r>
            <a:r>
              <a:rPr kumimoji="1" lang="ko-KR" altLang="en-US" dirty="0" err="1"/>
              <a:t>실수값을</a:t>
            </a:r>
            <a:r>
              <a:rPr kumimoji="1" lang="ko-KR" altLang="en-US" dirty="0"/>
              <a:t> 가지며</a:t>
            </a:r>
            <a:r>
              <a:rPr kumimoji="1" lang="en-US" altLang="ko-KR" dirty="0"/>
              <a:t>, </a:t>
            </a:r>
            <a:r>
              <a:rPr kumimoji="1" lang="ko-KR" altLang="en-US" dirty="0"/>
              <a:t>모든 원소의 합이 </a:t>
            </a:r>
            <a:r>
              <a:rPr kumimoji="1" lang="en-US" altLang="ko-KR" dirty="0"/>
              <a:t>1</a:t>
            </a:r>
            <a:r>
              <a:rPr kumimoji="1" lang="ko-KR" altLang="en-US" dirty="0"/>
              <a:t>이 되도록 변환해주는 함수입니다</a:t>
            </a:r>
            <a:r>
              <a:rPr kumimoji="1" lang="en-US" altLang="ko-KR" dirty="0"/>
              <a:t>. 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이 함수는 분류</a:t>
            </a:r>
            <a:r>
              <a:rPr kumimoji="1" lang="en-US" altLang="ko-KR" dirty="0"/>
              <a:t>(classification)</a:t>
            </a:r>
            <a:r>
              <a:rPr kumimoji="1" lang="ko-KR" altLang="en-US" dirty="0"/>
              <a:t> 문제에서 다중 클래스의 확률을 예측하는 데 주로 사용됩니다</a:t>
            </a:r>
            <a:r>
              <a:rPr kumimoji="1" lang="en-US" altLang="ko-KR" dirty="0"/>
              <a:t>. </a:t>
            </a:r>
            <a:r>
              <a:rPr kumimoji="1" lang="en" altLang="ko-KR" dirty="0" err="1"/>
              <a:t>Softmax</a:t>
            </a:r>
            <a:r>
              <a:rPr kumimoji="1" lang="ko-KR" altLang="en-US" dirty="0"/>
              <a:t> 함수는 입력 벡터의 각 원소가 어떤 클래스에 속할 확률을 나타내도록 변환해줍니다</a:t>
            </a:r>
            <a:r>
              <a:rPr kumimoji="1" lang="en-US" altLang="ko-KR" dirty="0"/>
              <a:t>.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9900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651DA8-74CD-2665-CF3F-DB64B89CE5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 err="1"/>
              <a:t>Softmax</a:t>
            </a:r>
            <a:r>
              <a:rPr kumimoji="1" lang="en-US" altLang="ko-KR" dirty="0"/>
              <a:t> </a:t>
            </a:r>
            <a:r>
              <a:rPr kumimoji="1" lang="ko-KR" altLang="en-US" dirty="0"/>
              <a:t>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E213491-6C73-CD4F-1FD3-D671C15058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ko-KR" altLang="en-US" dirty="0"/>
              <a:t>예를 들어</a:t>
            </a:r>
            <a:r>
              <a:rPr kumimoji="1" lang="en-US" altLang="ko-KR" dirty="0"/>
              <a:t>, </a:t>
            </a:r>
            <a:r>
              <a:rPr kumimoji="1" lang="ko-KR" altLang="en-US" dirty="0"/>
              <a:t>다음과 같은 입력 벡터를 가정해보겠습니다</a:t>
            </a:r>
            <a:r>
              <a:rPr kumimoji="1" lang="en-US" altLang="ko-KR" dirty="0"/>
              <a:t>: [1, 2, 3].</a:t>
            </a:r>
            <a:br>
              <a:rPr kumimoji="1" lang="en-US" altLang="ko-KR" dirty="0"/>
            </a:br>
            <a:r>
              <a:rPr kumimoji="1" lang="en" altLang="ko-KR" dirty="0" err="1"/>
              <a:t>Softmax</a:t>
            </a:r>
            <a:r>
              <a:rPr kumimoji="1" lang="ko-KR" altLang="en-US" dirty="0"/>
              <a:t> 함수를 적용하면 각 원소를 </a:t>
            </a:r>
            <a:r>
              <a:rPr kumimoji="1" lang="en-US" altLang="ko-KR" dirty="0"/>
              <a:t>0</a:t>
            </a:r>
            <a:r>
              <a:rPr kumimoji="1" lang="ko-KR" altLang="en-US" dirty="0"/>
              <a:t>과 </a:t>
            </a:r>
            <a:r>
              <a:rPr kumimoji="1" lang="en-US" altLang="ko-KR" dirty="0"/>
              <a:t>1 </a:t>
            </a:r>
            <a:r>
              <a:rPr kumimoji="1" lang="ko-KR" altLang="en-US" dirty="0"/>
              <a:t>사이의 값으로 변환하고 모든 원소의 합이 </a:t>
            </a:r>
            <a:r>
              <a:rPr kumimoji="1" lang="en-US" altLang="ko-KR" dirty="0"/>
              <a:t>1</a:t>
            </a:r>
            <a:r>
              <a:rPr kumimoji="1" lang="ko-KR" altLang="en-US" dirty="0"/>
              <a:t>이 되도록 만들어줍니다</a:t>
            </a:r>
            <a:r>
              <a:rPr kumimoji="1" lang="en-US" altLang="ko-KR" dirty="0"/>
              <a:t>.</a:t>
            </a:r>
            <a:br>
              <a:rPr kumimoji="1" lang="en-US" altLang="ko-KR" dirty="0"/>
            </a:br>
            <a:r>
              <a:rPr kumimoji="1" lang="ko-KR" altLang="en-US" dirty="0"/>
              <a:t>따라서 이 입력 벡터에 </a:t>
            </a:r>
            <a:r>
              <a:rPr kumimoji="1" lang="en" altLang="ko-KR" dirty="0" err="1"/>
              <a:t>Softmax</a:t>
            </a:r>
            <a:r>
              <a:rPr kumimoji="1" lang="ko-KR" altLang="en-US" dirty="0"/>
              <a:t> 함수를 적용하면 다음과 같은 출력 벡터를 얻을 수 있습니다</a:t>
            </a:r>
            <a:br>
              <a:rPr kumimoji="1" lang="en-US" altLang="ko-KR" dirty="0"/>
            </a:br>
            <a:r>
              <a:rPr kumimoji="1" lang="en-US" altLang="ko-KR" dirty="0"/>
              <a:t>[0.090, 0.244, 0.665]. </a:t>
            </a:r>
          </a:p>
          <a:p>
            <a:endParaRPr kumimoji="1" lang="en-US" altLang="ko-KR" dirty="0"/>
          </a:p>
          <a:p>
            <a:r>
              <a:rPr kumimoji="1" lang="en" altLang="ko-KR" dirty="0" err="1"/>
              <a:t>Softmax</a:t>
            </a:r>
            <a:r>
              <a:rPr kumimoji="1" lang="ko-KR" altLang="en-US" dirty="0"/>
              <a:t> 함수는 주로 출력 벡터를 확률로 해석하므로</a:t>
            </a:r>
            <a:r>
              <a:rPr kumimoji="1" lang="en-US" altLang="ko-KR" dirty="0"/>
              <a:t>, </a:t>
            </a:r>
            <a:r>
              <a:rPr kumimoji="1" lang="ko-KR" altLang="en-US" dirty="0"/>
              <a:t>이 예제에서는 입력 벡터의 첫 번째 원소가 </a:t>
            </a:r>
            <a:r>
              <a:rPr kumimoji="1" lang="en-US" altLang="ko-KR" dirty="0"/>
              <a:t>0.090</a:t>
            </a:r>
            <a:r>
              <a:rPr kumimoji="1" lang="ko-KR" altLang="en-US" dirty="0"/>
              <a:t>의 확률로</a:t>
            </a:r>
            <a:r>
              <a:rPr kumimoji="1" lang="en-US" altLang="ko-KR" dirty="0"/>
              <a:t>, </a:t>
            </a:r>
            <a:r>
              <a:rPr kumimoji="1" lang="ko-KR" altLang="en-US" dirty="0"/>
              <a:t>두 번째 원소가 </a:t>
            </a:r>
            <a:r>
              <a:rPr kumimoji="1" lang="en-US" altLang="ko-KR" dirty="0"/>
              <a:t>0.244</a:t>
            </a:r>
            <a:r>
              <a:rPr kumimoji="1" lang="ko-KR" altLang="en-US" dirty="0"/>
              <a:t>의 확률로</a:t>
            </a:r>
            <a:r>
              <a:rPr kumimoji="1" lang="en-US" altLang="ko-KR" dirty="0"/>
              <a:t>, </a:t>
            </a:r>
            <a:r>
              <a:rPr kumimoji="1" lang="ko-KR" altLang="en-US" dirty="0"/>
              <a:t>세 번째 원소가 </a:t>
            </a:r>
            <a:r>
              <a:rPr kumimoji="1" lang="en-US" altLang="ko-KR" dirty="0"/>
              <a:t>0.665</a:t>
            </a:r>
            <a:r>
              <a:rPr kumimoji="1" lang="ko-KR" altLang="en-US" dirty="0"/>
              <a:t>의 확률로 속한다고 볼 수 있습니다</a:t>
            </a:r>
            <a:r>
              <a:rPr kumimoji="1" lang="en-US" altLang="ko-KR" dirty="0"/>
              <a:t>.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94605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122E9-5D8A-EFD8-ADD9-B678BB8BF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759387-6968-C54B-326B-6F3717837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 err="1"/>
              <a:t>Softmax</a:t>
            </a:r>
            <a:r>
              <a:rPr kumimoji="1" lang="en-US" altLang="ko-KR" dirty="0"/>
              <a:t> </a:t>
            </a:r>
            <a:r>
              <a:rPr kumimoji="1" lang="ko-KR" altLang="en-US" dirty="0"/>
              <a:t>함수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FD3EBB1-E1B8-4AFB-37D7-242640FA80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" altLang="ko-KR" dirty="0" err="1"/>
                  <a:t>Softmax</a:t>
                </a:r>
                <a:r>
                  <a:rPr kumimoji="1" lang="ko-KR" altLang="en-US" dirty="0"/>
                  <a:t> 함수는 입력 벡터의 각 원소를 확률로 해석하기 위해 지수 함수</a:t>
                </a:r>
                <a:r>
                  <a:rPr kumimoji="1" lang="en-US" altLang="ko-KR" dirty="0"/>
                  <a:t>(</a:t>
                </a:r>
                <a:r>
                  <a:rPr kumimoji="1" lang="en" altLang="ko-KR" dirty="0"/>
                  <a:t>exponential function)</a:t>
                </a:r>
                <a:r>
                  <a:rPr kumimoji="1" lang="ko-KR" altLang="en-US" dirty="0" err="1"/>
                  <a:t>를</a:t>
                </a:r>
                <a:r>
                  <a:rPr kumimoji="1" lang="ko-KR" altLang="en-US" dirty="0"/>
                  <a:t> 사용하여 변환합니다</a:t>
                </a:r>
                <a:r>
                  <a:rPr kumimoji="1" lang="en-US" altLang="ko-KR" dirty="0"/>
                  <a:t>. </a:t>
                </a:r>
                <a:r>
                  <a:rPr kumimoji="1" lang="ko-KR" altLang="en-US" dirty="0"/>
                  <a:t>주어진 입력 벡터 </a:t>
                </a:r>
                <a:r>
                  <a:rPr kumimoji="1" lang="en" altLang="ko-KR" dirty="0"/>
                  <a:t>a</a:t>
                </a:r>
                <a:r>
                  <a:rPr kumimoji="1" lang="ko-KR" altLang="en-US" dirty="0" err="1"/>
                  <a:t>에</a:t>
                </a:r>
                <a:r>
                  <a:rPr kumimoji="1" lang="ko-KR" altLang="en-US" dirty="0"/>
                  <a:t> 대해 </a:t>
                </a:r>
                <a:r>
                  <a:rPr kumimoji="1" lang="en" altLang="ko-KR" dirty="0" err="1"/>
                  <a:t>Softmax</a:t>
                </a:r>
                <a:r>
                  <a:rPr kumimoji="1" lang="ko-KR" altLang="en-US" dirty="0"/>
                  <a:t> 함수의 수식은 다음과 같습니다</a:t>
                </a:r>
                <a:r>
                  <a:rPr kumimoji="1" lang="en-US" altLang="ko-KR" dirty="0"/>
                  <a:t>.</a:t>
                </a:r>
              </a:p>
              <a:p>
                <a:pPr marL="0" indent="0">
                  <a:buNone/>
                </a:pPr>
                <a:endParaRPr kumimoji="1" lang="en-US" altLang="ko-K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ko-KR" i="1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ko-KR" i="1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kumimoji="1" lang="en-US" altLang="ko-KR" i="1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kumimoji="1"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kumimoji="1" lang="en-US" altLang="ko-KR" i="1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kumimoji="1" lang="en-US" altLang="ko-K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kumimoji="1"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1" lang="en-US" altLang="ko-KR" i="1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kumimoji="1" lang="en-US" altLang="ko-KR" i="1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sub>
                          </m:sSub>
                          <m:r>
                            <a:rPr kumimoji="1" lang="en-US" altLang="ko-KR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ctrlPr>
                                <a:rPr kumimoji="1"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3"/>
                                </m:rPr>
                                <a:rPr kumimoji="1" lang="en-US" altLang="ko-KR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kumimoji="1" lang="en-US" altLang="ko-K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kumimoji="1" lang="en-US" altLang="ko-KR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kumimoji="1" lang="en-US" altLang="ko-KR" i="1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  <m:r>
                                <a:rPr kumimoji="1" lang="en-US" altLang="ko-K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kumimoji="1"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ko-KR" i="1"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kumimoji="1" lang="en-US" altLang="ko-KR" i="1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a:rPr kumimoji="1" lang="en-US" altLang="ko-K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kumimoji="1" lang="en-US" altLang="ko-KR" dirty="0"/>
              </a:p>
              <a:p>
                <a:pPr marL="0" indent="0">
                  <a:buNone/>
                </a:pPr>
                <a:endParaRPr kumimoji="1" lang="en-US" altLang="ko-K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kumimoji="1" lang="en-US" altLang="ko-KR" b="0" i="1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kumimoji="1" lang="en-US" altLang="ko-KR" b="0" i="1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kumimoji="1" lang="ko-KR" altLang="en-US" dirty="0"/>
                  <a:t>는 입력 벡터의 </a:t>
                </a:r>
                <a:r>
                  <a:rPr kumimoji="1" lang="en-US" altLang="ko-KR" dirty="0" err="1"/>
                  <a:t>i</a:t>
                </a:r>
                <a:r>
                  <a:rPr kumimoji="1" lang="ko-KR" altLang="en-US" dirty="0"/>
                  <a:t>번째 원소를 나타내며</a:t>
                </a:r>
                <a:r>
                  <a:rPr kumimoji="1" lang="en-US" altLang="ko-KR" dirty="0"/>
                  <a:t>, N</a:t>
                </a:r>
                <a:r>
                  <a:rPr kumimoji="1" lang="ko-KR" altLang="en-US" dirty="0"/>
                  <a:t>은 입력 벡터의 길이입니다</a:t>
                </a:r>
                <a:r>
                  <a:rPr kumimoji="1" lang="en-US" altLang="ko-KR" dirty="0"/>
                  <a:t>. </a:t>
                </a:r>
                <a:r>
                  <a:rPr kumimoji="1" lang="ko-KR" altLang="en-US" dirty="0"/>
                  <a:t>이 수식은 각 원소를 지수 함수로 변환하여 양수로 만들고</a:t>
                </a:r>
                <a:r>
                  <a:rPr kumimoji="1" lang="en-US" altLang="ko-KR" dirty="0"/>
                  <a:t>, </a:t>
                </a:r>
                <a:r>
                  <a:rPr kumimoji="1" lang="ko-KR" altLang="en-US" dirty="0"/>
                  <a:t>이들의 합으로 나누어서 확률로 </a:t>
                </a:r>
                <a:r>
                  <a:rPr kumimoji="1" lang="ko-KR" altLang="en-US" dirty="0" err="1"/>
                  <a:t>정규화합니다</a:t>
                </a:r>
                <a:r>
                  <a:rPr kumimoji="1" lang="en-US" altLang="ko-KR" dirty="0"/>
                  <a:t>.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FD3EBB1-E1B8-4AFB-37D7-242640FA80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47" t="-2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99095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50403-5122-9723-049A-1C1F1E7C1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89CAB-0FBF-4E50-B61B-F68EA479E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 err="1"/>
              <a:t>Softmax</a:t>
            </a:r>
            <a:r>
              <a:rPr kumimoji="1" lang="en-US" altLang="ko-KR" dirty="0"/>
              <a:t> </a:t>
            </a:r>
            <a:r>
              <a:rPr kumimoji="1" lang="ko-KR" altLang="en-US" dirty="0"/>
              <a:t>특징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CBDA58-34F7-3D89-4BAB-C5AC1BF7A2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ko-KR" altLang="en-US" dirty="0" err="1"/>
              <a:t>로짓</a:t>
            </a:r>
            <a:r>
              <a:rPr kumimoji="1" lang="en-US" altLang="ko-KR" dirty="0"/>
              <a:t>(</a:t>
            </a:r>
            <a:r>
              <a:rPr kumimoji="1" lang="en" altLang="ko-KR" dirty="0"/>
              <a:t>LOGIT)</a:t>
            </a:r>
            <a:r>
              <a:rPr kumimoji="1" lang="ko-KR" altLang="en-US" dirty="0"/>
              <a:t>과 </a:t>
            </a:r>
            <a:r>
              <a:rPr kumimoji="1" lang="en" altLang="ko-KR" dirty="0" err="1"/>
              <a:t>Softmax</a:t>
            </a:r>
            <a:r>
              <a:rPr kumimoji="1" lang="ko-KR" altLang="en-US" dirty="0"/>
              <a:t>의 관계</a:t>
            </a:r>
          </a:p>
          <a:p>
            <a:r>
              <a:rPr kumimoji="1" lang="ko-KR" altLang="en-US" dirty="0" err="1"/>
              <a:t>로짓이란</a:t>
            </a:r>
            <a:r>
              <a:rPr kumimoji="1" lang="en-US" altLang="ko-KR" dirty="0"/>
              <a:t>? [0,1] </a:t>
            </a:r>
            <a:r>
              <a:rPr kumimoji="1" lang="ko-KR" altLang="en-US" dirty="0"/>
              <a:t>사이의 값을 무한의 실수 값으로 변환함</a:t>
            </a:r>
            <a:r>
              <a:rPr kumimoji="1" lang="en-US" altLang="ko-KR" dirty="0"/>
              <a:t>.</a:t>
            </a:r>
          </a:p>
          <a:p>
            <a:r>
              <a:rPr kumimoji="1" lang="ko-KR" altLang="en-US" dirty="0" err="1"/>
              <a:t>로짓은</a:t>
            </a:r>
            <a:r>
              <a:rPr kumimoji="1" lang="ko-KR" altLang="en-US" dirty="0"/>
              <a:t> 확률 값으로 변환되기 직전의 최종 결과 값이다</a:t>
            </a:r>
            <a:r>
              <a:rPr kumimoji="1" lang="en-US" altLang="ko-KR" dirty="0"/>
              <a:t>. </a:t>
            </a:r>
            <a:r>
              <a:rPr kumimoji="1" lang="ko-KR" altLang="en-US" dirty="0"/>
              <a:t>다른 말로 </a:t>
            </a:r>
            <a:r>
              <a:rPr kumimoji="1" lang="en" altLang="ko-KR" dirty="0"/>
              <a:t>SCORE</a:t>
            </a:r>
            <a:r>
              <a:rPr kumimoji="1" lang="ko-KR" altLang="en-US" dirty="0"/>
              <a:t>라고도 하며</a:t>
            </a:r>
            <a:r>
              <a:rPr kumimoji="1" lang="en-US" altLang="ko-KR" dirty="0"/>
              <a:t>, </a:t>
            </a:r>
            <a:r>
              <a:rPr kumimoji="1" lang="ko-KR" altLang="en-US" dirty="0"/>
              <a:t>분류</a:t>
            </a:r>
            <a:r>
              <a:rPr kumimoji="1" lang="en-US" altLang="ko-KR" dirty="0"/>
              <a:t>(</a:t>
            </a:r>
            <a:r>
              <a:rPr kumimoji="1" lang="en" altLang="ko-KR" dirty="0"/>
              <a:t>classification) </a:t>
            </a:r>
            <a:r>
              <a:rPr kumimoji="1" lang="ko-KR" altLang="en-US" dirty="0"/>
              <a:t>계열의 신경망 모델의 마지막 </a:t>
            </a:r>
            <a:r>
              <a:rPr kumimoji="1" lang="en" altLang="ko-KR" dirty="0"/>
              <a:t>layer</a:t>
            </a:r>
            <a:r>
              <a:rPr kumimoji="1" lang="ko-KR" altLang="en-US" dirty="0"/>
              <a:t>에서 소프트 맥스 함수가 활용되는데 </a:t>
            </a:r>
            <a:r>
              <a:rPr kumimoji="1" lang="ko-KR" altLang="en-US" dirty="0" err="1"/>
              <a:t>로짓</a:t>
            </a:r>
            <a:r>
              <a:rPr kumimoji="1" lang="ko-KR" altLang="en-US" dirty="0"/>
              <a:t> 함수는 소프트 맥스 함수에 그 값을 전달해주는 역할을 한다</a:t>
            </a:r>
            <a:r>
              <a:rPr kumimoji="1" lang="en-US" altLang="ko-KR" dirty="0"/>
              <a:t>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B6509F7-FC22-7A09-1163-98F4D9BFE1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903" y="3840478"/>
            <a:ext cx="3879260" cy="2591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4534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EB6F9-6B3B-3E59-3F6D-E94D0C9E6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D6623F-E946-0888-CDBB-36ADFF2AB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 err="1"/>
              <a:t>Softmax</a:t>
            </a:r>
            <a:r>
              <a:rPr kumimoji="1" lang="en-US" altLang="ko-KR" dirty="0"/>
              <a:t> </a:t>
            </a:r>
            <a:r>
              <a:rPr kumimoji="1" lang="ko-KR" altLang="en-US" dirty="0"/>
              <a:t>특징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8B424B-3BA0-DBDD-833D-A69839652A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kumimoji="1" lang="en-US" altLang="ko-KR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kumimoji="1" lang="en-US" altLang="ko-KR" i="1" dirty="0">
              <a:latin typeface="Cambria Math" panose="02040503050406030204" pitchFamily="18" charset="0"/>
            </a:endParaRPr>
          </a:p>
          <a:p>
            <a:r>
              <a:rPr kumimoji="1" lang="ko-KR" altLang="en-US" dirty="0"/>
              <a:t>큰 값 </a:t>
            </a:r>
            <a:r>
              <a:rPr kumimoji="1" lang="ko-KR" altLang="en-US" dirty="0" err="1"/>
              <a:t>입력시</a:t>
            </a:r>
            <a:r>
              <a:rPr kumimoji="1" lang="en-US" altLang="ko-KR" dirty="0"/>
              <a:t>, O</a:t>
            </a:r>
            <a:r>
              <a:rPr kumimoji="1" lang="en" altLang="ko-KR" dirty="0" err="1"/>
              <a:t>verflow</a:t>
            </a:r>
            <a:r>
              <a:rPr kumimoji="1" lang="en-US" altLang="ko-KR" dirty="0"/>
              <a:t>(</a:t>
            </a:r>
            <a:r>
              <a:rPr kumimoji="1" lang="ko-KR" altLang="en-US" dirty="0"/>
              <a:t>너무 큰 값은 컴퓨터에서 계산이 안됨</a:t>
            </a:r>
            <a:r>
              <a:rPr kumimoji="1" lang="en-US" altLang="ko-KR" dirty="0"/>
              <a:t>)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취약</a:t>
            </a:r>
            <a:endParaRPr kumimoji="1" lang="en-US" altLang="ko-KR" dirty="0"/>
          </a:p>
          <a:p>
            <a:endParaRPr kumimoji="1" lang="ko-KR" altLang="en-US" dirty="0"/>
          </a:p>
          <a:p>
            <a:r>
              <a:rPr kumimoji="1" lang="ko-KR" altLang="en-US" dirty="0"/>
              <a:t>함수 </a:t>
            </a:r>
            <a:r>
              <a:rPr kumimoji="1" lang="en" altLang="ko-KR" dirty="0"/>
              <a:t>y = exp(x)</a:t>
            </a:r>
            <a:r>
              <a:rPr kumimoji="1" lang="ko-KR" altLang="en-US" dirty="0"/>
              <a:t>가 증가 함수이기 때문에</a:t>
            </a:r>
            <a:r>
              <a:rPr kumimoji="1" lang="en-US" altLang="ko-KR" dirty="0"/>
              <a:t>, </a:t>
            </a:r>
            <a:r>
              <a:rPr kumimoji="1" lang="en" altLang="ko-KR" dirty="0" err="1"/>
              <a:t>Softmax</a:t>
            </a:r>
            <a:r>
              <a:rPr kumimoji="1" lang="ko-KR" altLang="en-US" dirty="0"/>
              <a:t> 함수를 적용해도 각 원소의 대소 관계는 변하지 않음</a:t>
            </a:r>
            <a:r>
              <a:rPr kumimoji="1" lang="en-US" altLang="ko-KR" dirty="0"/>
              <a:t>.</a:t>
            </a:r>
          </a:p>
          <a:p>
            <a:endParaRPr kumimoji="1" lang="ko-KR" altLang="en-US" dirty="0"/>
          </a:p>
          <a:p>
            <a:r>
              <a:rPr kumimoji="1" lang="ko-KR" altLang="en-US" dirty="0"/>
              <a:t>입력 벡터 중 큰 값을 가진 원소에 대해서는 </a:t>
            </a:r>
            <a:r>
              <a:rPr kumimoji="1" lang="en" altLang="ko-KR" dirty="0" err="1"/>
              <a:t>Softmax</a:t>
            </a:r>
            <a:r>
              <a:rPr kumimoji="1" lang="ko-KR" altLang="en-US" dirty="0"/>
              <a:t> 함수의 </a:t>
            </a:r>
            <a:r>
              <a:rPr kumimoji="1" lang="ko-KR" altLang="en-US" dirty="0" err="1"/>
              <a:t>출력값이</a:t>
            </a:r>
            <a:r>
              <a:rPr kumimoji="1" lang="ko-KR" altLang="en-US" dirty="0"/>
              <a:t> 더 크게 나타나게 된다</a:t>
            </a:r>
            <a:r>
              <a:rPr kumimoji="1"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977436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9495BB-F1DF-E831-7CB1-B944530EF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3081528" cy="4014216"/>
          </a:xfrm>
        </p:spPr>
        <p:txBody>
          <a:bodyPr anchor="t">
            <a:normAutofit/>
          </a:bodyPr>
          <a:lstStyle/>
          <a:p>
            <a:r>
              <a:rPr kumimoji="1" lang="ko-KR" altLang="en-US" dirty="0"/>
              <a:t>인공지능 </a:t>
            </a:r>
            <a:r>
              <a:rPr kumimoji="1" lang="en-US" altLang="ko-KR" dirty="0"/>
              <a:t>vs </a:t>
            </a:r>
            <a:r>
              <a:rPr kumimoji="1" lang="ko-KR" altLang="en-US" dirty="0" err="1"/>
              <a:t>머신러닝</a:t>
            </a:r>
            <a:r>
              <a:rPr kumimoji="1" lang="ko-KR" altLang="en-US" dirty="0"/>
              <a:t> </a:t>
            </a:r>
            <a:r>
              <a:rPr kumimoji="1" lang="en-US" altLang="ko-KR" dirty="0"/>
              <a:t>vs </a:t>
            </a:r>
            <a:r>
              <a:rPr kumimoji="1" lang="ko-KR" altLang="en-US" dirty="0"/>
              <a:t>딥러닝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A7C522B-9C43-EA0C-A483-3AD9267EB5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892040" y="1393089"/>
            <a:ext cx="6675120" cy="4071823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72120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A79DC-ABB2-6E46-0B37-ED6BEFE6C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/>
              <a:t>Machine Learning</a:t>
            </a:r>
            <a:endParaRPr kumimoji="1"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B11D6-92F8-4DA4-918D-ABED8D985F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1602631"/>
            <a:ext cx="10371727" cy="5087536"/>
          </a:xfrm>
        </p:spPr>
        <p:txBody>
          <a:bodyPr>
            <a:normAutofit/>
          </a:bodyPr>
          <a:lstStyle/>
          <a:p>
            <a:r>
              <a:rPr kumimoji="1" lang="en-US" altLang="ko-KR" dirty="0"/>
              <a:t>ML: </a:t>
            </a:r>
            <a:r>
              <a:rPr kumimoji="1" lang="ko-KR" altLang="en-US" dirty="0"/>
              <a:t>머신 러닝은 주어진 데이터를 이용하여 컴퓨터 스스로 학습하여 인공지능 성능을 향상시키는 기술</a:t>
            </a:r>
            <a:endParaRPr kumimoji="1" lang="en-US" altLang="ko-KR" dirty="0"/>
          </a:p>
          <a:p>
            <a:r>
              <a:rPr kumimoji="1" lang="ko-KR" altLang="en-US" dirty="0"/>
              <a:t>특징</a:t>
            </a:r>
            <a:r>
              <a:rPr kumimoji="1" lang="en-US" altLang="ko-KR" dirty="0"/>
              <a:t>:</a:t>
            </a:r>
          </a:p>
          <a:p>
            <a:pPr lvl="1"/>
            <a:r>
              <a:rPr kumimoji="1" lang="ko-KR" altLang="en-US" dirty="0"/>
              <a:t>사전에 학습 데이터</a:t>
            </a:r>
            <a:r>
              <a:rPr kumimoji="1" lang="en-US" altLang="ko-KR" dirty="0"/>
              <a:t> </a:t>
            </a:r>
            <a:r>
              <a:rPr kumimoji="1" lang="ko-KR" altLang="en-US" dirty="0" err="1"/>
              <a:t>전처리</a:t>
            </a:r>
            <a:r>
              <a:rPr kumimoji="1" lang="ko-KR" altLang="en-US" dirty="0"/>
              <a:t> 필요</a:t>
            </a:r>
            <a:endParaRPr kumimoji="1" lang="en-US" altLang="ko-KR" dirty="0"/>
          </a:p>
          <a:p>
            <a:r>
              <a:rPr kumimoji="1" lang="ko-KR" altLang="en-US" dirty="0"/>
              <a:t>종류</a:t>
            </a:r>
            <a:endParaRPr kumimoji="1" lang="en-US" altLang="ko-KR" dirty="0"/>
          </a:p>
          <a:p>
            <a:pPr lvl="1"/>
            <a:r>
              <a:rPr kumimoji="1" lang="ko-KR" altLang="en-US" dirty="0"/>
              <a:t>지도 학습</a:t>
            </a:r>
            <a:r>
              <a:rPr kumimoji="1" lang="en-US" altLang="ko-KR" dirty="0"/>
              <a:t>:</a:t>
            </a:r>
            <a:r>
              <a:rPr kumimoji="1" lang="ko-KR" altLang="en-US" dirty="0"/>
              <a:t> 정답</a:t>
            </a:r>
            <a:r>
              <a:rPr kumimoji="1" lang="en-US" altLang="ko-KR" dirty="0"/>
              <a:t>,</a:t>
            </a:r>
            <a:r>
              <a:rPr kumimoji="1" lang="ko-KR" altLang="en-US" dirty="0"/>
              <a:t> 문제를 모두 알려주고 컴퓨터를 학습시키는 방법</a:t>
            </a:r>
            <a:endParaRPr kumimoji="1" lang="en-US" altLang="ko-KR" dirty="0"/>
          </a:p>
          <a:p>
            <a:pPr lvl="1"/>
            <a:r>
              <a:rPr kumimoji="1" lang="ko-KR" altLang="en-US" dirty="0"/>
              <a:t>비지도 학습</a:t>
            </a:r>
            <a:r>
              <a:rPr kumimoji="1" lang="en-US" altLang="ko-KR" dirty="0"/>
              <a:t>:</a:t>
            </a:r>
            <a:r>
              <a:rPr kumimoji="1" lang="ko-KR" altLang="en-US" dirty="0"/>
              <a:t> 정답을 가르쳐 주지 않고</a:t>
            </a:r>
            <a:r>
              <a:rPr kumimoji="1" lang="en-US" altLang="ko-KR" dirty="0"/>
              <a:t>,</a:t>
            </a:r>
            <a:r>
              <a:rPr kumimoji="1" lang="ko-KR" altLang="en-US" dirty="0"/>
              <a:t> 스스로 문제를 풀고 추론할 수 있도록 하는 학습 방법</a:t>
            </a:r>
            <a:endParaRPr kumimoji="1" lang="en-US" altLang="ko-KR" dirty="0"/>
          </a:p>
          <a:p>
            <a:pPr lvl="1"/>
            <a:r>
              <a:rPr kumimoji="1" lang="ko-KR" altLang="en-US" dirty="0"/>
              <a:t>강화 학습</a:t>
            </a:r>
            <a:r>
              <a:rPr kumimoji="1" lang="en-US" altLang="ko-KR" dirty="0"/>
              <a:t>:</a:t>
            </a:r>
            <a:r>
              <a:rPr kumimoji="1" lang="ko-KR" altLang="en-US" dirty="0"/>
              <a:t> 행동에 대한 보상을 통해 행위를 강화해 나가는 방법</a:t>
            </a:r>
            <a:endParaRPr kumimoji="1" lang="en-US" altLang="ko-KR" dirty="0"/>
          </a:p>
          <a:p>
            <a:r>
              <a:rPr kumimoji="1" lang="ko-KR" altLang="en-US" dirty="0"/>
              <a:t>예시</a:t>
            </a:r>
            <a:endParaRPr kumimoji="1" lang="en-US" altLang="ko-KR" dirty="0"/>
          </a:p>
          <a:p>
            <a:pPr lvl="1"/>
            <a:r>
              <a:rPr kumimoji="1" lang="ko-KR" altLang="en-US" dirty="0"/>
              <a:t>선형 회귀</a:t>
            </a:r>
            <a:endParaRPr kumimoji="1" lang="en-US" altLang="ko-KR" dirty="0"/>
          </a:p>
          <a:p>
            <a:pPr lvl="1"/>
            <a:r>
              <a:rPr kumimoji="1" lang="en-US" altLang="ko-KR" dirty="0"/>
              <a:t>SVM</a:t>
            </a:r>
          </a:p>
          <a:p>
            <a:pPr lvl="1"/>
            <a:r>
              <a:rPr kumimoji="1" lang="en-US" altLang="ko-KR" dirty="0"/>
              <a:t>Decision Tree</a:t>
            </a:r>
          </a:p>
          <a:p>
            <a:pPr lvl="1"/>
            <a:r>
              <a:rPr kumimoji="1" lang="ko-KR" altLang="en-US" dirty="0" err="1"/>
              <a:t>부스팅</a:t>
            </a:r>
            <a:r>
              <a:rPr kumimoji="1" lang="ko-KR" altLang="en-US" dirty="0"/>
              <a:t> 기법 </a:t>
            </a:r>
            <a:r>
              <a:rPr kumimoji="1" lang="en-US" altLang="ko-KR" dirty="0"/>
              <a:t>(</a:t>
            </a:r>
            <a:r>
              <a:rPr kumimoji="1" lang="en-US" altLang="ko-KR" dirty="0" err="1"/>
              <a:t>XGBoost</a:t>
            </a:r>
            <a:r>
              <a:rPr kumimoji="1" lang="en-US" altLang="ko-KR" dirty="0"/>
              <a:t>, </a:t>
            </a:r>
            <a:r>
              <a:rPr kumimoji="1" lang="en-US" altLang="ko-KR" dirty="0" err="1"/>
              <a:t>LightGBM</a:t>
            </a:r>
            <a:r>
              <a:rPr kumimoji="1" lang="en-US" altLang="ko-KR" dirty="0"/>
              <a:t> </a:t>
            </a:r>
            <a:r>
              <a:rPr kumimoji="1" lang="ko-KR" altLang="en-US" dirty="0"/>
              <a:t>등</a:t>
            </a:r>
            <a:r>
              <a:rPr kumimoji="1"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440063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FD4D5-BD89-4966-B164-16F684F2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52DAF3-4FD4-91FF-5DF8-6FAC2D352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/>
              <a:t>Deep Learning</a:t>
            </a:r>
            <a:endParaRPr kumimoji="1"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C157F3-200F-36B4-DE93-EDFAFD9A1F4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1602631"/>
            <a:ext cx="10371727" cy="4389120"/>
          </a:xfrm>
        </p:spPr>
        <p:txBody>
          <a:bodyPr/>
          <a:lstStyle/>
          <a:p>
            <a:r>
              <a:rPr kumimoji="1" lang="en-US" altLang="ko-KR" dirty="0"/>
              <a:t>DL: </a:t>
            </a:r>
            <a:r>
              <a:rPr kumimoji="1" lang="ko-KR" altLang="en-US" dirty="0" err="1"/>
              <a:t>딥러닝은</a:t>
            </a:r>
            <a:r>
              <a:rPr kumimoji="1" lang="ko-KR" altLang="en-US" dirty="0"/>
              <a:t> 인공신경망을 </a:t>
            </a:r>
            <a:r>
              <a:rPr kumimoji="1" lang="ko-KR" altLang="en-US" dirty="0" err="1"/>
              <a:t>머신러닝에</a:t>
            </a:r>
            <a:r>
              <a:rPr kumimoji="1" lang="ko-KR" altLang="en-US" dirty="0"/>
              <a:t> 적용한 기술</a:t>
            </a:r>
            <a:endParaRPr kumimoji="1" lang="en-US" altLang="ko-KR" dirty="0"/>
          </a:p>
          <a:p>
            <a:r>
              <a:rPr kumimoji="1" lang="ko-KR" altLang="en-US" dirty="0"/>
              <a:t>특징</a:t>
            </a:r>
            <a:r>
              <a:rPr kumimoji="1" lang="en-US" altLang="ko-KR" dirty="0"/>
              <a:t>:</a:t>
            </a:r>
          </a:p>
          <a:p>
            <a:pPr lvl="1"/>
            <a:r>
              <a:rPr kumimoji="1" lang="ko-KR" altLang="en-US" dirty="0"/>
              <a:t>인간이 처리해 줘야 하는 작업은 생략되고</a:t>
            </a:r>
            <a:r>
              <a:rPr kumimoji="1" lang="en-US" altLang="ko-KR" dirty="0"/>
              <a:t>,</a:t>
            </a:r>
            <a:r>
              <a:rPr kumimoji="1" lang="ko-KR" altLang="en-US" dirty="0"/>
              <a:t> 알고리즘이 스스로 분석하고 답을 찾아냄</a:t>
            </a:r>
            <a:endParaRPr kumimoji="1" lang="en-US" altLang="ko-KR" dirty="0"/>
          </a:p>
          <a:p>
            <a:pPr lvl="1"/>
            <a:r>
              <a:rPr kumimoji="1" lang="ko-KR" altLang="en-US" dirty="0"/>
              <a:t>기본 데이터가 많아야 좋음</a:t>
            </a:r>
            <a:endParaRPr kumimoji="1" lang="en-US" altLang="ko-KR" dirty="0"/>
          </a:p>
          <a:p>
            <a:pPr lvl="1"/>
            <a:r>
              <a:rPr kumimoji="1" lang="ko-KR" altLang="en-US" dirty="0" err="1"/>
              <a:t>연산량이</a:t>
            </a:r>
            <a:r>
              <a:rPr kumimoji="1" lang="ko-KR" altLang="en-US" dirty="0"/>
              <a:t> 많음 </a:t>
            </a:r>
            <a:r>
              <a:rPr kumimoji="1" lang="en-US" altLang="ko-KR" dirty="0"/>
              <a:t>-&gt;</a:t>
            </a:r>
            <a:r>
              <a:rPr kumimoji="1" lang="ko-KR" altLang="en-US" dirty="0"/>
              <a:t> 학습</a:t>
            </a:r>
            <a:r>
              <a:rPr kumimoji="1" lang="en-US" altLang="ko-KR" dirty="0"/>
              <a:t>,</a:t>
            </a:r>
            <a:r>
              <a:rPr kumimoji="1" lang="ko-KR" altLang="en-US" dirty="0"/>
              <a:t> 튜닝 시간이 </a:t>
            </a:r>
            <a:r>
              <a:rPr kumimoji="1" lang="ko-KR" altLang="en-US" dirty="0" err="1"/>
              <a:t>길어짐</a:t>
            </a:r>
            <a:endParaRPr kumimoji="1" lang="en-US" altLang="ko-KR" dirty="0"/>
          </a:p>
          <a:p>
            <a:r>
              <a:rPr kumimoji="1" lang="ko-KR" altLang="en-US" dirty="0"/>
              <a:t>대표 구조</a:t>
            </a:r>
            <a:endParaRPr kumimoji="1" lang="en-US" altLang="ko-KR" dirty="0"/>
          </a:p>
          <a:p>
            <a:pPr lvl="1"/>
            <a:r>
              <a:rPr kumimoji="1" lang="en-US" altLang="ko-KR" dirty="0"/>
              <a:t>MLP</a:t>
            </a:r>
          </a:p>
          <a:p>
            <a:pPr lvl="1"/>
            <a:r>
              <a:rPr kumimoji="1" lang="en-US" altLang="ko-KR" dirty="0"/>
              <a:t>CNN</a:t>
            </a:r>
          </a:p>
          <a:p>
            <a:pPr lvl="1"/>
            <a:r>
              <a:rPr kumimoji="1" lang="en-US" altLang="ko-KR" dirty="0"/>
              <a:t>RNN/LSTM/GRU </a:t>
            </a:r>
            <a:r>
              <a:rPr kumimoji="1" lang="ko-KR" altLang="en-US" dirty="0"/>
              <a:t>등</a:t>
            </a:r>
            <a:endParaRPr kumimoji="1"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74862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3353C-873E-4C9C-D174-D5ACAB344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F58AFB-83F6-56DC-67E9-BDDA6D176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/>
              <a:t>Multi-Layer Perceptron</a:t>
            </a:r>
            <a:endParaRPr kumimoji="1"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2795C1-1869-2074-C5CB-58451637B92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1602631"/>
            <a:ext cx="10371727" cy="4389120"/>
          </a:xfrm>
        </p:spPr>
        <p:txBody>
          <a:bodyPr/>
          <a:lstStyle/>
          <a:p>
            <a:r>
              <a:rPr kumimoji="1" lang="en-US" altLang="ko-KR" dirty="0"/>
              <a:t>MLP: Perceptron</a:t>
            </a:r>
            <a:r>
              <a:rPr kumimoji="1" lang="ko-KR" altLang="en-US" dirty="0"/>
              <a:t>을 여러 층으로 쌓아 올린 기법</a:t>
            </a:r>
            <a:endParaRPr kumimoji="1" lang="en-US" altLang="ko-KR" dirty="0"/>
          </a:p>
          <a:p>
            <a:endParaRPr kumimoji="1" lang="en-US" altLang="ko-KR" dirty="0"/>
          </a:p>
          <a:p>
            <a:r>
              <a:rPr kumimoji="1" lang="en-US" altLang="ko-KR" dirty="0"/>
              <a:t>Perceptron:</a:t>
            </a:r>
            <a:r>
              <a:rPr kumimoji="1" lang="ko-KR" altLang="en-US" dirty="0"/>
              <a:t> </a:t>
            </a:r>
            <a:r>
              <a:rPr kumimoji="1" lang="en-US" altLang="ko-KR" dirty="0"/>
              <a:t>Perceptron</a:t>
            </a:r>
            <a:r>
              <a:rPr kumimoji="1" lang="ko-KR" altLang="en-US" dirty="0"/>
              <a:t>은 아주 간단한 인공지능 모델</a:t>
            </a:r>
            <a:r>
              <a:rPr kumimoji="1" lang="en-US" altLang="ko-KR" dirty="0"/>
              <a:t>.</a:t>
            </a:r>
          </a:p>
          <a:p>
            <a:pPr lvl="1"/>
            <a:r>
              <a:rPr kumimoji="1" lang="ko-KR" altLang="en-US" dirty="0" err="1"/>
              <a:t>입력값이</a:t>
            </a:r>
            <a:r>
              <a:rPr kumimoji="1" lang="ko-KR" altLang="en-US" dirty="0"/>
              <a:t> 들어오면</a:t>
            </a:r>
            <a:r>
              <a:rPr kumimoji="1" lang="en-US" altLang="ko-KR" dirty="0"/>
              <a:t>,</a:t>
            </a:r>
            <a:r>
              <a:rPr kumimoji="1" lang="ko-KR" altLang="en-US" dirty="0"/>
              <a:t> 각 입력에 가중치를 곱해서 더하고</a:t>
            </a:r>
            <a:r>
              <a:rPr kumimoji="1" lang="en-US" altLang="ko-KR" dirty="0"/>
              <a:t>,</a:t>
            </a:r>
            <a:r>
              <a:rPr kumimoji="1" lang="ko-KR" altLang="en-US" dirty="0"/>
              <a:t> 마지막에 활성 함수를 거쳐 결과를 나타냄</a:t>
            </a:r>
            <a:endParaRPr kumimoji="1" lang="en-US" altLang="ko-KR" dirty="0"/>
          </a:p>
          <a:p>
            <a:endParaRPr kumimoji="1" lang="en-US" altLang="ko-KR" dirty="0"/>
          </a:p>
          <a:p>
            <a:r>
              <a:rPr kumimoji="1" lang="ko-KR" altLang="en-US" dirty="0"/>
              <a:t>구조</a:t>
            </a:r>
            <a:endParaRPr kumimoji="1" lang="en-US" altLang="ko-KR" dirty="0"/>
          </a:p>
          <a:p>
            <a:pPr lvl="1"/>
            <a:r>
              <a:rPr kumimoji="1" lang="ko-KR" altLang="en-US" dirty="0" err="1"/>
              <a:t>입력층</a:t>
            </a:r>
            <a:r>
              <a:rPr kumimoji="1" lang="ko-KR" altLang="en-US" dirty="0"/>
              <a:t> </a:t>
            </a:r>
            <a:r>
              <a:rPr kumimoji="1" lang="en-US" altLang="ko-KR" dirty="0"/>
              <a:t>(Input Layer): </a:t>
            </a:r>
            <a:r>
              <a:rPr kumimoji="1" lang="ko-KR" altLang="en-US" dirty="0"/>
              <a:t>데이터가 들어오는 부분</a:t>
            </a:r>
            <a:endParaRPr kumimoji="1" lang="en-US" altLang="ko-KR" dirty="0"/>
          </a:p>
          <a:p>
            <a:pPr lvl="1"/>
            <a:r>
              <a:rPr kumimoji="1" lang="ko-KR" altLang="en-US" dirty="0" err="1"/>
              <a:t>은닉층</a:t>
            </a:r>
            <a:r>
              <a:rPr kumimoji="1" lang="ko-KR" altLang="en-US" dirty="0"/>
              <a:t> </a:t>
            </a:r>
            <a:r>
              <a:rPr kumimoji="1" lang="en-US" altLang="ko-KR" dirty="0"/>
              <a:t>(Hidden Layer): </a:t>
            </a:r>
            <a:r>
              <a:rPr kumimoji="1" lang="ko-KR" altLang="en-US" dirty="0"/>
              <a:t>데이터에서 패턴을 찾는 중간 계산 단계</a:t>
            </a:r>
            <a:r>
              <a:rPr kumimoji="1" lang="en-US" altLang="ko-KR" dirty="0"/>
              <a:t>. </a:t>
            </a:r>
            <a:r>
              <a:rPr kumimoji="1" lang="ko-KR" altLang="en-US" dirty="0"/>
              <a:t>여러 층을 거치면서 점점 복잡한 특징을 학습</a:t>
            </a:r>
            <a:endParaRPr kumimoji="1" lang="en-US" altLang="ko-KR" dirty="0"/>
          </a:p>
          <a:p>
            <a:pPr lvl="1"/>
            <a:r>
              <a:rPr kumimoji="1" lang="ko-KR" altLang="en-US" dirty="0" err="1"/>
              <a:t>출력층</a:t>
            </a:r>
            <a:r>
              <a:rPr kumimoji="1" lang="ko-KR" altLang="en-US" dirty="0"/>
              <a:t> </a:t>
            </a:r>
            <a:r>
              <a:rPr kumimoji="1" lang="en-US" altLang="ko-KR" dirty="0"/>
              <a:t>(Output Layer): </a:t>
            </a:r>
            <a:r>
              <a:rPr kumimoji="1" lang="ko-KR" altLang="en-US" dirty="0"/>
              <a:t>최종 결과를 출력</a:t>
            </a:r>
            <a:endParaRPr kumimoji="1"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6763449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CBD884-A145-AB87-D223-7CBDA5DC4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/>
              <a:t>Multi-Layer Perceptron</a:t>
            </a:r>
            <a:endParaRPr kumimoji="1" lang="ko-KR" alt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87A41A4-D366-9546-DE0A-9D713458223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7562" y="1509926"/>
            <a:ext cx="8769852" cy="506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꺾인 연결선[E] 4">
            <a:extLst>
              <a:ext uri="{FF2B5EF4-FFF2-40B4-BE49-F238E27FC236}">
                <a16:creationId xmlns:a16="http://schemas.microsoft.com/office/drawing/2014/main" id="{D53D0E71-B333-40B4-8BE0-83177DFDA051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6546849" y="1694592"/>
            <a:ext cx="796843" cy="507219"/>
          </a:xfrm>
          <a:prstGeom prst="bentConnector3">
            <a:avLst>
              <a:gd name="adj1" fmla="val -491"/>
            </a:avLst>
          </a:prstGeom>
          <a:ln w="19050" cap="flat" cmpd="sng" algn="ctr">
            <a:solidFill>
              <a:schemeClr val="accent1"/>
            </a:solidFill>
            <a:prstDash val="solid"/>
            <a:round/>
            <a:headEnd type="oval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892E107-DFA3-F1E2-1D9C-2C728641FF48}"/>
              </a:ext>
            </a:extLst>
          </p:cNvPr>
          <p:cNvSpPr txBox="1"/>
          <p:nvPr/>
        </p:nvSpPr>
        <p:spPr>
          <a:xfrm>
            <a:off x="7343692" y="1509926"/>
            <a:ext cx="1994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/>
              <a:t>Node </a:t>
            </a:r>
            <a:r>
              <a:rPr kumimoji="1" lang="ko-KR" altLang="en-US" dirty="0"/>
              <a:t>또는 </a:t>
            </a:r>
            <a:r>
              <a:rPr kumimoji="1" lang="en-US" altLang="ko-KR" dirty="0"/>
              <a:t>Neuron</a:t>
            </a:r>
            <a:endParaRPr kumimoji="1"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A86FB20-ABB6-5A62-9BF8-3E367747E42C}"/>
              </a:ext>
            </a:extLst>
          </p:cNvPr>
          <p:cNvSpPr/>
          <p:nvPr/>
        </p:nvSpPr>
        <p:spPr>
          <a:xfrm>
            <a:off x="4548136" y="1969532"/>
            <a:ext cx="630936" cy="3772900"/>
          </a:xfrm>
          <a:prstGeom prst="rect">
            <a:avLst/>
          </a:prstGeom>
          <a:noFill/>
          <a:ln w="19050">
            <a:solidFill>
              <a:srgbClr val="FF0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" name="꺾인 연결선[E] 12">
            <a:extLst>
              <a:ext uri="{FF2B5EF4-FFF2-40B4-BE49-F238E27FC236}">
                <a16:creationId xmlns:a16="http://schemas.microsoft.com/office/drawing/2014/main" id="{999430CC-FA70-0C7B-6762-1DD06DAC7D2B}"/>
              </a:ext>
            </a:extLst>
          </p:cNvPr>
          <p:cNvCxnSpPr>
            <a:cxnSpLocks/>
            <a:stCxn id="12" idx="0"/>
            <a:endCxn id="20" idx="3"/>
          </p:cNvCxnSpPr>
          <p:nvPr/>
        </p:nvCxnSpPr>
        <p:spPr>
          <a:xfrm rot="16200000" flipV="1">
            <a:off x="4370414" y="1476341"/>
            <a:ext cx="274941" cy="711441"/>
          </a:xfrm>
          <a:prstGeom prst="bentConnector2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898B357-15DF-2942-A9F5-CFB4A27EAC6E}"/>
              </a:ext>
            </a:extLst>
          </p:cNvPr>
          <p:cNvSpPr txBox="1"/>
          <p:nvPr/>
        </p:nvSpPr>
        <p:spPr>
          <a:xfrm>
            <a:off x="3441712" y="1509925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/>
              <a:t>Layer</a:t>
            </a:r>
            <a:endParaRPr kumimoji="1"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12B4D364-9C22-C7FF-1B82-8D52CE0AA2A5}"/>
              </a:ext>
            </a:extLst>
          </p:cNvPr>
          <p:cNvSpPr/>
          <p:nvPr/>
        </p:nvSpPr>
        <p:spPr>
          <a:xfrm>
            <a:off x="2307856" y="1981006"/>
            <a:ext cx="8275320" cy="3761425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25" name="꺾인 연결선[E] 24">
            <a:extLst>
              <a:ext uri="{FF2B5EF4-FFF2-40B4-BE49-F238E27FC236}">
                <a16:creationId xmlns:a16="http://schemas.microsoft.com/office/drawing/2014/main" id="{C7B4A74A-DE03-0F7F-0334-EEED52544108}"/>
              </a:ext>
            </a:extLst>
          </p:cNvPr>
          <p:cNvCxnSpPr>
            <a:cxnSpLocks/>
            <a:stCxn id="23" idx="1"/>
            <a:endCxn id="26" idx="2"/>
          </p:cNvCxnSpPr>
          <p:nvPr/>
        </p:nvCxnSpPr>
        <p:spPr>
          <a:xfrm rot="10800000">
            <a:off x="1460252" y="2856337"/>
            <a:ext cx="847604" cy="10053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31C2D12-1860-FBB3-A7DC-74CCE384627C}"/>
              </a:ext>
            </a:extLst>
          </p:cNvPr>
          <p:cNvSpPr txBox="1"/>
          <p:nvPr/>
        </p:nvSpPr>
        <p:spPr>
          <a:xfrm>
            <a:off x="612648" y="2487004"/>
            <a:ext cx="1695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/>
              <a:t>Neural Network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89855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68801-F3D3-EB58-550C-B96B58F91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ED5858-9A9F-5F2D-2405-C58683F5D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/>
              <a:t>Multi-Layer Perceptron</a:t>
            </a:r>
            <a:endParaRPr kumimoji="1"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F31DDD6A-85A1-AD42-015D-E794901E97F0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1783080" y="1399032"/>
                <a:ext cx="7772400" cy="483717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kumimoji="1" lang="ko-KR" altLang="en-US" sz="2000" dirty="0"/>
                  <a:t>계산 방법</a:t>
                </a:r>
                <a:endParaRPr kumimoji="1" lang="en-US" altLang="ko-KR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ko-KR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kumimoji="1"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ko-KR" i="1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kumimoji="1"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kumimoji="1"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kumimoji="1"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kumimoji="1" lang="en-US" altLang="ko-K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ko-KR" dirty="0"/>
              </a:p>
              <a:p>
                <a:pPr marL="0" indent="0">
                  <a:buNone/>
                </a:pPr>
                <a:endParaRPr kumimoji="1" lang="en-US" altLang="ko-KR" dirty="0"/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ko-K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kumimoji="1" lang="en-US" altLang="ko-K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kumimoji="1"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  <m:r>
                      <a:rPr kumimoji="1" lang="en-US" altLang="ko-KR" b="0" i="1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이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전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층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의</m:t>
                    </m:r>
                    <m:r>
                      <a:rPr kumimoji="1"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출</m:t>
                    </m:r>
                    <m:r>
                      <a:rPr kumimoji="1" lang="ko-KR" alt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력</m:t>
                    </m:r>
                    <m:r>
                      <a:rPr kumimoji="1"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(=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현</m:t>
                    </m:r>
                    <m:r>
                      <a:rPr kumimoji="1" lang="ko-KR" alt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재 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층</m:t>
                    </m:r>
                    <m:r>
                      <a:rPr kumimoji="1" lang="ko-KR" alt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의 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입</m:t>
                    </m:r>
                    <m:r>
                      <a:rPr kumimoji="1" lang="ko-KR" alt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력</m:t>
                    </m:r>
                    <m:r>
                      <a:rPr kumimoji="1"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kumimoji="1" lang="en-US" altLang="ko-KR" dirty="0"/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ko-K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kumimoji="1"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kumimoji="1"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kumimoji="1"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kumimoji="1" lang="en-US" altLang="ko-KR" b="0" i="1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가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</a:rPr>
                      <m:t>중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치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</a:rPr>
                      <m:t>행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렬</m:t>
                    </m:r>
                    <m:r>
                      <a:rPr kumimoji="1" lang="en-US" altLang="ko-KR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학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</a:rPr>
                      <m:t>습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에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</a:rPr>
                      <m:t>따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라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변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</a:rPr>
                      <m:t>경</m:t>
                    </m:r>
                    <m:r>
                      <a:rPr kumimoji="1"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kumimoji="1" lang="en-US" altLang="ko-KR" dirty="0"/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ko-KR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kumimoji="1"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kumimoji="1"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  <m:r>
                      <a:rPr kumimoji="1" lang="en-US" altLang="ko-KR" b="0" i="1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편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</a:rPr>
                      <m:t>향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학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</a:rPr>
                      <m:t>습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에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</a:rPr>
                      <m:t>따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라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</a:rPr>
                      <m:t>변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경</m:t>
                    </m:r>
                    <m:r>
                      <a:rPr kumimoji="1"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kumimoji="1" lang="en-US" altLang="ko-KR" dirty="0"/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ko-K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kumimoji="1"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kumimoji="1"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  <m:r>
                      <a:rPr kumimoji="1" lang="en-US" altLang="ko-KR" b="0" i="1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선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</a:rPr>
                      <m:t>형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결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</a:rPr>
                      <m:t>합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결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</a:rPr>
                      <m:t>과</m:t>
                    </m:r>
                  </m:oMath>
                </a14:m>
                <a:endParaRPr kumimoji="1" lang="en-US" altLang="ko-KR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ko-K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kumimoji="1"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</m:e>
                    </m:d>
                    <m:r>
                      <a:rPr kumimoji="1" lang="en-US" altLang="ko-KR" i="1">
                        <a:latin typeface="Cambria Math" panose="02040503050406030204" pitchFamily="18" charset="0"/>
                      </a:rPr>
                      <m:t>: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활성화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함수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 (</m:t>
                    </m:r>
                    <m:r>
                      <a:rPr kumimoji="1" lang="en-US" altLang="ko-KR" i="1">
                        <a:latin typeface="Cambria Math" panose="02040503050406030204" pitchFamily="18" charset="0"/>
                      </a:rPr>
                      <m:t>𝑅𝑒𝐿𝑈</m:t>
                    </m:r>
                    <m:r>
                      <a:rPr kumimoji="1" lang="en-US" altLang="ko-KR" i="1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en-US" altLang="ko-KR" i="1">
                        <a:latin typeface="Cambria Math" panose="02040503050406030204" pitchFamily="18" charset="0"/>
                      </a:rPr>
                      <m:t>𝑆𝑖𝑔𝑚𝑜𝑖𝑑</m:t>
                    </m:r>
                    <m:r>
                      <a:rPr kumimoji="1" lang="en-US" altLang="ko-KR" i="1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en-US" altLang="ko-KR" i="1">
                        <a:latin typeface="Cambria Math" panose="02040503050406030204" pitchFamily="18" charset="0"/>
                      </a:rPr>
                      <m:t>𝑆𝑜𝑓𝑡𝑚𝑎𝑥</m:t>
                    </m:r>
                    <m:r>
                      <a:rPr kumimoji="1" lang="en-US" altLang="ko-KR" i="1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등</m:t>
                    </m:r>
                    <m:r>
                      <a:rPr kumimoji="1" lang="en-US" altLang="ko-K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kumimoji="1" lang="en-US" altLang="ko-KR" dirty="0"/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ko-K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kumimoji="1"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kumimoji="1"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  <m:r>
                      <a:rPr kumimoji="1" lang="en-US" altLang="ko-KR" b="0" i="1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최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</a:rPr>
                      <m:t>종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출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</a:rPr>
                      <m:t>력</m:t>
                    </m:r>
                    <m:r>
                      <a:rPr kumimoji="1"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다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</a:rPr>
                      <m:t>음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층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입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</a:rPr>
                      <m:t>력</m:t>
                    </m:r>
                  </m:oMath>
                </a14:m>
                <a:endParaRPr kumimoji="1" lang="en-US" altLang="ko-KR" dirty="0"/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ko-KR" i="1">
                        <a:latin typeface="Cambria Math" panose="02040503050406030204" pitchFamily="18" charset="0"/>
                      </a:rPr>
                      <m:t>𝑛</m:t>
                    </m:r>
                    <m:r>
                      <a:rPr kumimoji="1" lang="en-US" altLang="ko-KR" i="1">
                        <a:latin typeface="Cambria Math" panose="02040503050406030204" pitchFamily="18" charset="0"/>
                      </a:rPr>
                      <m:t>: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이전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층의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노드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수</m:t>
                    </m:r>
                  </m:oMath>
                </a14:m>
                <a:endParaRPr kumimoji="1" lang="en-US" altLang="ko-KR" dirty="0"/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ko-KR" i="1">
                        <a:latin typeface="Cambria Math" panose="02040503050406030204" pitchFamily="18" charset="0"/>
                      </a:rPr>
                      <m:t>𝑚</m:t>
                    </m:r>
                    <m:r>
                      <a:rPr kumimoji="1" lang="en-US" altLang="ko-KR" i="1">
                        <a:latin typeface="Cambria Math" panose="02040503050406030204" pitchFamily="18" charset="0"/>
                      </a:rPr>
                      <m:t>: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현재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층의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노드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수</m:t>
                    </m:r>
                  </m:oMath>
                </a14:m>
                <a:endParaRPr kumimoji="1" lang="en-US" altLang="ko-KR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F31DDD6A-85A1-AD42-015D-E794901E9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1783080" y="1399032"/>
                <a:ext cx="7772400" cy="4837176"/>
              </a:xfrm>
              <a:blipFill>
                <a:blip r:embed="rId3"/>
                <a:stretch>
                  <a:fillRect l="-816" t="-2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35644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71160-759D-0418-50D5-FB710F9BF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B76358-DE5C-BAE1-BE32-414A64DA2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/>
              <a:t>Multi-Layer Perceptron</a:t>
            </a:r>
            <a:endParaRPr kumimoji="1" lang="ko-KR" altLang="en-US" dirty="0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C73AB0CB-5134-B2F2-8E26-7F1109EB9148}"/>
              </a:ext>
            </a:extLst>
          </p:cNvPr>
          <p:cNvSpPr/>
          <p:nvPr/>
        </p:nvSpPr>
        <p:spPr>
          <a:xfrm>
            <a:off x="4220023" y="2808616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200" dirty="0">
                <a:solidFill>
                  <a:schemeClr val="tx1"/>
                </a:solidFill>
              </a:rPr>
              <a:t>1</a:t>
            </a:r>
            <a:endParaRPr kumimoji="1"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9E2BF0ED-0693-5103-E948-77218895341C}"/>
              </a:ext>
            </a:extLst>
          </p:cNvPr>
          <p:cNvSpPr/>
          <p:nvPr/>
        </p:nvSpPr>
        <p:spPr>
          <a:xfrm>
            <a:off x="4220023" y="400977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200" dirty="0">
                <a:solidFill>
                  <a:schemeClr val="tx1"/>
                </a:solidFill>
              </a:rPr>
              <a:t>2</a:t>
            </a:r>
            <a:endParaRPr kumimoji="1"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AAB7563-34D7-3428-0FB9-F3A264ACAF36}"/>
              </a:ext>
            </a:extLst>
          </p:cNvPr>
          <p:cNvSpPr/>
          <p:nvPr/>
        </p:nvSpPr>
        <p:spPr>
          <a:xfrm>
            <a:off x="6260143" y="2307889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200" dirty="0">
                <a:solidFill>
                  <a:schemeClr val="tx1"/>
                </a:solidFill>
              </a:rPr>
              <a:t>6</a:t>
            </a:r>
            <a:endParaRPr kumimoji="1"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C04B7FFA-6CD0-561D-1499-859B6A2FA7CA}"/>
              </a:ext>
            </a:extLst>
          </p:cNvPr>
          <p:cNvSpPr/>
          <p:nvPr/>
        </p:nvSpPr>
        <p:spPr>
          <a:xfrm>
            <a:off x="6260143" y="4579993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200" dirty="0">
                <a:solidFill>
                  <a:schemeClr val="tx1"/>
                </a:solidFill>
              </a:rPr>
              <a:t>5</a:t>
            </a:r>
            <a:endParaRPr kumimoji="1"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27D0CE79-1F2C-2BE7-7843-ADFB1A7E54C2}"/>
              </a:ext>
            </a:extLst>
          </p:cNvPr>
          <p:cNvSpPr/>
          <p:nvPr/>
        </p:nvSpPr>
        <p:spPr>
          <a:xfrm>
            <a:off x="6260143" y="3443941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200" dirty="0">
                <a:solidFill>
                  <a:schemeClr val="tx1"/>
                </a:solidFill>
              </a:rPr>
              <a:t>3</a:t>
            </a:r>
            <a:endParaRPr kumimoji="1"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DB3CFE2E-65FB-2445-8DBD-5750D004ECD9}"/>
              </a:ext>
            </a:extLst>
          </p:cNvPr>
          <p:cNvSpPr/>
          <p:nvPr/>
        </p:nvSpPr>
        <p:spPr>
          <a:xfrm>
            <a:off x="8282129" y="2307889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200" dirty="0">
                <a:solidFill>
                  <a:schemeClr val="tx1"/>
                </a:solidFill>
              </a:rPr>
              <a:t>9</a:t>
            </a:r>
            <a:endParaRPr kumimoji="1"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5828D0A6-B778-B7DA-9CDE-2B610B83437D}"/>
              </a:ext>
            </a:extLst>
          </p:cNvPr>
          <p:cNvSpPr/>
          <p:nvPr/>
        </p:nvSpPr>
        <p:spPr>
          <a:xfrm>
            <a:off x="8282129" y="4579993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200" dirty="0">
                <a:solidFill>
                  <a:schemeClr val="tx1"/>
                </a:solidFill>
              </a:rPr>
              <a:t>22</a:t>
            </a:r>
            <a:endParaRPr kumimoji="1"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8A7ACC14-BDF3-7763-2715-EA59FE31CB33}"/>
              </a:ext>
            </a:extLst>
          </p:cNvPr>
          <p:cNvSpPr/>
          <p:nvPr/>
        </p:nvSpPr>
        <p:spPr>
          <a:xfrm>
            <a:off x="8282129" y="3443941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200" dirty="0">
                <a:solidFill>
                  <a:schemeClr val="tx1"/>
                </a:solidFill>
              </a:rPr>
              <a:t>6</a:t>
            </a:r>
            <a:endParaRPr kumimoji="1"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3B548C12-A891-CAD1-A1E9-2B156449D9C4}"/>
              </a:ext>
            </a:extLst>
          </p:cNvPr>
          <p:cNvCxnSpPr>
            <a:stCxn id="4" idx="6"/>
            <a:endCxn id="6" idx="2"/>
          </p:cNvCxnSpPr>
          <p:nvPr/>
        </p:nvCxnSpPr>
        <p:spPr>
          <a:xfrm flipV="1">
            <a:off x="4940023" y="2667889"/>
            <a:ext cx="1320120" cy="500727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1B84EE0C-8A97-9638-B584-368066EFC596}"/>
              </a:ext>
            </a:extLst>
          </p:cNvPr>
          <p:cNvCxnSpPr>
            <a:cxnSpLocks/>
            <a:stCxn id="4" idx="6"/>
            <a:endCxn id="8" idx="2"/>
          </p:cNvCxnSpPr>
          <p:nvPr/>
        </p:nvCxnSpPr>
        <p:spPr>
          <a:xfrm>
            <a:off x="4940023" y="3168616"/>
            <a:ext cx="1320120" cy="635325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64F85E41-120C-8F72-7505-D5C2DE59336A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4940023" y="3168616"/>
            <a:ext cx="1320120" cy="1771377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21FD7E49-4734-FEE9-2AAA-CEB251A54BC8}"/>
              </a:ext>
            </a:extLst>
          </p:cNvPr>
          <p:cNvCxnSpPr>
            <a:cxnSpLocks/>
            <a:stCxn id="5" idx="6"/>
            <a:endCxn id="8" idx="2"/>
          </p:cNvCxnSpPr>
          <p:nvPr/>
        </p:nvCxnSpPr>
        <p:spPr>
          <a:xfrm flipV="1">
            <a:off x="4940023" y="3803941"/>
            <a:ext cx="1320120" cy="56583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7F51AF78-63EE-F0AC-E28E-38BCED0FEEB9}"/>
              </a:ext>
            </a:extLst>
          </p:cNvPr>
          <p:cNvCxnSpPr>
            <a:cxnSpLocks/>
            <a:stCxn id="5" idx="6"/>
            <a:endCxn id="7" idx="2"/>
          </p:cNvCxnSpPr>
          <p:nvPr/>
        </p:nvCxnSpPr>
        <p:spPr>
          <a:xfrm>
            <a:off x="4940023" y="4369775"/>
            <a:ext cx="1320120" cy="570218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C7B2C4C-0E7D-B306-FBDC-78EBB749A843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4940023" y="2667889"/>
            <a:ext cx="1320120" cy="1701886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10EA0714-BE47-7DD3-7B58-CBC187ECC846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>
            <a:off x="6980143" y="2667889"/>
            <a:ext cx="1301986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F4C1143D-336A-0C4D-F90C-63A8BF98F643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6980143" y="2667889"/>
            <a:ext cx="1301986" cy="1136052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8F6D8272-64CC-4CAA-FC20-7C58A80F3C8A}"/>
              </a:ext>
            </a:extLst>
          </p:cNvPr>
          <p:cNvCxnSpPr>
            <a:cxnSpLocks/>
            <a:stCxn id="8" idx="6"/>
            <a:endCxn id="10" idx="2"/>
          </p:cNvCxnSpPr>
          <p:nvPr/>
        </p:nvCxnSpPr>
        <p:spPr>
          <a:xfrm>
            <a:off x="6980143" y="3803941"/>
            <a:ext cx="1301986" cy="1136052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169DB0A7-9822-109A-D9F3-515F0ED8942B}"/>
              </a:ext>
            </a:extLst>
          </p:cNvPr>
          <p:cNvCxnSpPr>
            <a:cxnSpLocks/>
            <a:stCxn id="6" idx="6"/>
            <a:endCxn id="10" idx="2"/>
          </p:cNvCxnSpPr>
          <p:nvPr/>
        </p:nvCxnSpPr>
        <p:spPr>
          <a:xfrm>
            <a:off x="6980143" y="2667889"/>
            <a:ext cx="1301986" cy="227210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7A08E890-3BFE-4AB0-BFF2-156C7529791E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6980143" y="2667889"/>
            <a:ext cx="1301986" cy="1136052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B1B7D052-3EAA-4695-2DDB-65D4D3C26F10}"/>
              </a:ext>
            </a:extLst>
          </p:cNvPr>
          <p:cNvCxnSpPr>
            <a:cxnSpLocks/>
            <a:stCxn id="8" idx="6"/>
            <a:endCxn id="11" idx="2"/>
          </p:cNvCxnSpPr>
          <p:nvPr/>
        </p:nvCxnSpPr>
        <p:spPr>
          <a:xfrm>
            <a:off x="6980143" y="3803941"/>
            <a:ext cx="1301986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024430D3-8928-2B61-244B-A3EE17DD02F4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6980143" y="2667889"/>
            <a:ext cx="1301986" cy="227210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0B98F40-2A8D-F5ED-956E-0E60B918F032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 flipV="1">
            <a:off x="6980143" y="3803941"/>
            <a:ext cx="1301986" cy="1136052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0D15879C-404D-EE9E-650A-9474F9690FCE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6980143" y="4939993"/>
            <a:ext cx="1301986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D9F65189-4DF9-BCCE-886A-2999695B5E74}"/>
              </a:ext>
            </a:extLst>
          </p:cNvPr>
          <p:cNvCxnSpPr>
            <a:cxnSpLocks/>
            <a:stCxn id="9" idx="6"/>
            <a:endCxn id="154" idx="2"/>
          </p:cNvCxnSpPr>
          <p:nvPr/>
        </p:nvCxnSpPr>
        <p:spPr>
          <a:xfrm>
            <a:off x="9002129" y="2667889"/>
            <a:ext cx="1225812" cy="500727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직선 화살표 연결선 126">
            <a:extLst>
              <a:ext uri="{FF2B5EF4-FFF2-40B4-BE49-F238E27FC236}">
                <a16:creationId xmlns:a16="http://schemas.microsoft.com/office/drawing/2014/main" id="{62B8E66F-9B19-1AA1-1EC5-134447DFF4AE}"/>
              </a:ext>
            </a:extLst>
          </p:cNvPr>
          <p:cNvCxnSpPr>
            <a:cxnSpLocks/>
            <a:stCxn id="11" idx="6"/>
            <a:endCxn id="154" idx="2"/>
          </p:cNvCxnSpPr>
          <p:nvPr/>
        </p:nvCxnSpPr>
        <p:spPr>
          <a:xfrm flipV="1">
            <a:off x="9002129" y="3168616"/>
            <a:ext cx="1225812" cy="635325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직선 화살표 연결선 129">
            <a:extLst>
              <a:ext uri="{FF2B5EF4-FFF2-40B4-BE49-F238E27FC236}">
                <a16:creationId xmlns:a16="http://schemas.microsoft.com/office/drawing/2014/main" id="{26B07E0F-8BD7-D102-4E28-882CA2699D57}"/>
              </a:ext>
            </a:extLst>
          </p:cNvPr>
          <p:cNvCxnSpPr>
            <a:cxnSpLocks/>
            <a:stCxn id="10" idx="6"/>
            <a:endCxn id="154" idx="2"/>
          </p:cNvCxnSpPr>
          <p:nvPr/>
        </p:nvCxnSpPr>
        <p:spPr>
          <a:xfrm flipV="1">
            <a:off x="9002129" y="3168616"/>
            <a:ext cx="1225812" cy="1771377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7907F6F5-E653-5A1B-DD83-09817BA58E73}"/>
              </a:ext>
            </a:extLst>
          </p:cNvPr>
          <p:cNvSpPr/>
          <p:nvPr/>
        </p:nvSpPr>
        <p:spPr>
          <a:xfrm>
            <a:off x="6180895" y="2185453"/>
            <a:ext cx="886968" cy="3209544"/>
          </a:xfrm>
          <a:prstGeom prst="rect">
            <a:avLst/>
          </a:prstGeom>
          <a:noFill/>
          <a:ln w="19050">
            <a:solidFill>
              <a:schemeClr val="tx1">
                <a:lumMod val="25000"/>
                <a:lumOff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/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C430AF07-BA38-E758-5325-20CE659980B3}"/>
              </a:ext>
            </a:extLst>
          </p:cNvPr>
          <p:cNvSpPr/>
          <p:nvPr/>
        </p:nvSpPr>
        <p:spPr>
          <a:xfrm>
            <a:off x="8198645" y="2185453"/>
            <a:ext cx="886968" cy="3209544"/>
          </a:xfrm>
          <a:prstGeom prst="rect">
            <a:avLst/>
          </a:prstGeom>
          <a:noFill/>
          <a:ln w="19050">
            <a:solidFill>
              <a:schemeClr val="tx1">
                <a:lumMod val="25000"/>
                <a:lumOff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846765FA-B69F-17C9-233E-E4BDE2DC96EC}"/>
              </a:ext>
            </a:extLst>
          </p:cNvPr>
          <p:cNvSpPr/>
          <p:nvPr/>
        </p:nvSpPr>
        <p:spPr>
          <a:xfrm>
            <a:off x="4136539" y="2183261"/>
            <a:ext cx="886968" cy="3209544"/>
          </a:xfrm>
          <a:prstGeom prst="rect">
            <a:avLst/>
          </a:prstGeom>
          <a:noFill/>
          <a:ln w="19050">
            <a:solidFill>
              <a:schemeClr val="tx1">
                <a:lumMod val="25000"/>
                <a:lumOff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/>
          </a:p>
        </p:txBody>
      </p:sp>
      <p:sp>
        <p:nvSpPr>
          <p:cNvPr id="140" name="직사각형 139">
            <a:extLst>
              <a:ext uri="{FF2B5EF4-FFF2-40B4-BE49-F238E27FC236}">
                <a16:creationId xmlns:a16="http://schemas.microsoft.com/office/drawing/2014/main" id="{4F9292EF-C141-ADBB-7FFE-D664743F2700}"/>
              </a:ext>
            </a:extLst>
          </p:cNvPr>
          <p:cNvSpPr/>
          <p:nvPr/>
        </p:nvSpPr>
        <p:spPr>
          <a:xfrm>
            <a:off x="10144457" y="2183239"/>
            <a:ext cx="886968" cy="3209544"/>
          </a:xfrm>
          <a:prstGeom prst="rect">
            <a:avLst/>
          </a:prstGeom>
          <a:noFill/>
          <a:ln w="19050">
            <a:solidFill>
              <a:schemeClr val="tx1">
                <a:lumMod val="25000"/>
                <a:lumOff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E5EF665F-7B4C-2A42-7DCA-F11813FD4B28}"/>
              </a:ext>
            </a:extLst>
          </p:cNvPr>
          <p:cNvSpPr txBox="1"/>
          <p:nvPr/>
        </p:nvSpPr>
        <p:spPr>
          <a:xfrm>
            <a:off x="3957895" y="5505827"/>
            <a:ext cx="12442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400" dirty="0"/>
              <a:t>입력 층</a:t>
            </a:r>
            <a:endParaRPr kumimoji="1" lang="en-US" altLang="ko-KR" sz="1400" dirty="0"/>
          </a:p>
          <a:p>
            <a:pPr algn="ctr"/>
            <a:r>
              <a:rPr kumimoji="1" lang="en-US" altLang="ko-KR" sz="1400" dirty="0"/>
              <a:t>(Input</a:t>
            </a:r>
            <a:r>
              <a:rPr kumimoji="1" lang="ko-KR" altLang="en-US" sz="1400" dirty="0"/>
              <a:t> </a:t>
            </a:r>
            <a:r>
              <a:rPr kumimoji="1" lang="en-US" altLang="ko-KR" sz="1400" dirty="0"/>
              <a:t>Layer)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A86FE098-89F7-3F42-CF5C-62BF0BCD147E}"/>
              </a:ext>
            </a:extLst>
          </p:cNvPr>
          <p:cNvSpPr txBox="1"/>
          <p:nvPr/>
        </p:nvSpPr>
        <p:spPr>
          <a:xfrm>
            <a:off x="5925535" y="5504910"/>
            <a:ext cx="13892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400" dirty="0"/>
              <a:t>은닉 층</a:t>
            </a:r>
            <a:r>
              <a:rPr kumimoji="1" lang="en-US" altLang="ko-KR" sz="1400" dirty="0"/>
              <a:t> 1</a:t>
            </a:r>
          </a:p>
          <a:p>
            <a:pPr algn="ctr"/>
            <a:r>
              <a:rPr kumimoji="1" lang="en-US" altLang="ko-KR" sz="1400" dirty="0"/>
              <a:t>(Hidden</a:t>
            </a:r>
            <a:r>
              <a:rPr kumimoji="1" lang="ko-KR" altLang="en-US" sz="1400" dirty="0"/>
              <a:t> </a:t>
            </a:r>
            <a:r>
              <a:rPr kumimoji="1" lang="en-US" altLang="ko-KR" sz="1400" dirty="0"/>
              <a:t>Layer 1)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679EA57E-E052-86E6-6D40-CF40F80EE338}"/>
              </a:ext>
            </a:extLst>
          </p:cNvPr>
          <p:cNvSpPr txBox="1"/>
          <p:nvPr/>
        </p:nvSpPr>
        <p:spPr>
          <a:xfrm>
            <a:off x="7947521" y="5504910"/>
            <a:ext cx="13892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400" dirty="0"/>
              <a:t>은닉 층</a:t>
            </a:r>
            <a:r>
              <a:rPr kumimoji="1" lang="en-US" altLang="ko-KR" sz="1400" dirty="0"/>
              <a:t> 2</a:t>
            </a:r>
          </a:p>
          <a:p>
            <a:pPr algn="ctr"/>
            <a:r>
              <a:rPr kumimoji="1" lang="en-US" altLang="ko-KR" sz="1400" dirty="0"/>
              <a:t>(Hidden</a:t>
            </a:r>
            <a:r>
              <a:rPr kumimoji="1" lang="ko-KR" altLang="en-US" sz="1400" dirty="0"/>
              <a:t> </a:t>
            </a:r>
            <a:r>
              <a:rPr kumimoji="1" lang="en-US" altLang="ko-KR" sz="1400" dirty="0"/>
              <a:t>Layer 2)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5CB7060E-E7D5-F579-F755-4BD1F144F693}"/>
              </a:ext>
            </a:extLst>
          </p:cNvPr>
          <p:cNvSpPr txBox="1"/>
          <p:nvPr/>
        </p:nvSpPr>
        <p:spPr>
          <a:xfrm>
            <a:off x="9893333" y="5502695"/>
            <a:ext cx="13892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400" dirty="0"/>
              <a:t>출력 층</a:t>
            </a:r>
            <a:endParaRPr kumimoji="1" lang="en-US" altLang="ko-KR" sz="1400" dirty="0"/>
          </a:p>
          <a:p>
            <a:pPr algn="ctr"/>
            <a:r>
              <a:rPr kumimoji="1" lang="en-US" altLang="ko-KR" sz="1400" dirty="0"/>
              <a:t>(Output</a:t>
            </a:r>
            <a:r>
              <a:rPr kumimoji="1" lang="ko-KR" altLang="en-US" sz="1400" dirty="0"/>
              <a:t> </a:t>
            </a:r>
            <a:r>
              <a:rPr kumimoji="1" lang="en-US" altLang="ko-KR" sz="1400" dirty="0"/>
              <a:t>Layer)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EC9396CD-08C9-5B2C-311F-E49544EDAF2C}"/>
                  </a:ext>
                </a:extLst>
              </p:cNvPr>
              <p:cNvSpPr txBox="1"/>
              <p:nvPr/>
            </p:nvSpPr>
            <p:spPr>
              <a:xfrm>
                <a:off x="831759" y="2023735"/>
                <a:ext cx="2634632" cy="823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ko-KR" b="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ko-KR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kumimoji="1"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kumimoji="1" lang="en-US" altLang="ko-KR" b="0" i="1" smtClean="0">
                        <a:latin typeface="Cambria Math" panose="02040503050406030204" pitchFamily="18" charset="0"/>
                      </a:rPr>
                      <m:t>= </m:t>
                    </m:r>
                    <m:d>
                      <m:dPr>
                        <m:begChr m:val="["/>
                        <m:endChr m:val="]"/>
                        <m:ctrlPr>
                          <a:rPr kumimoji="1"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kumimoji="1"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kumimoji="1" lang="en-US" altLang="ko-KR" b="0" i="1" smtClean="0">
                        <a:latin typeface="Cambria Math" panose="02040503050406030204" pitchFamily="18" charset="0"/>
                      </a:rPr>
                      <m:t>, </m:t>
                    </m:r>
                    <m:sSub>
                      <m:sSubPr>
                        <m:ctrlPr>
                          <a:rPr kumimoji="1"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kumimoji="1"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kumimoji="1"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kumimoji="1"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kumimoji="1"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kumimoji="1" lang="ko-KR" altLang="en-US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EC9396CD-08C9-5B2C-311F-E49544EDAF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759" y="2023735"/>
                <a:ext cx="2634632" cy="823110"/>
              </a:xfrm>
              <a:prstGeom prst="rect">
                <a:avLst/>
              </a:prstGeom>
              <a:blipFill>
                <a:blip r:embed="rId3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C1F73080-BD29-3CBF-7EEF-0CB83CD0ADC2}"/>
                  </a:ext>
                </a:extLst>
              </p:cNvPr>
              <p:cNvSpPr txBox="1"/>
              <p:nvPr/>
            </p:nvSpPr>
            <p:spPr>
              <a:xfrm>
                <a:off x="831759" y="3069352"/>
                <a:ext cx="2957861" cy="823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ko-KR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= 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kumimoji="1"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kumimoji="1"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kumimoji="1"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kumimoji="1"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kumimoji="1"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kumimoji="1"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kumimoji="1" lang="en-US" altLang="ko-K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kumimoji="1"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kumimoji="1"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, </m:t>
                      </m:r>
                      <m:sSub>
                        <m:sSubPr>
                          <m:ctrlPr>
                            <a:rPr kumimoji="1"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ko-K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kumimoji="1"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kumimoji="1"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kumimoji="1" lang="en-US" altLang="ko-K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kumimoji="1" lang="ko-KR" altLang="en-US" dirty="0"/>
              </a:p>
            </p:txBody>
          </p:sp>
        </mc:Choice>
        <mc:Fallback xmlns="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C1F73080-BD29-3CBF-7EEF-0CB83CD0AD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759" y="3069352"/>
                <a:ext cx="2957861" cy="823110"/>
              </a:xfrm>
              <a:prstGeom prst="rect">
                <a:avLst/>
              </a:prstGeom>
              <a:blipFill>
                <a:blip r:embed="rId4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9374706F-4434-9A6E-3022-FD480541CE78}"/>
                  </a:ext>
                </a:extLst>
              </p:cNvPr>
              <p:cNvSpPr txBox="1"/>
              <p:nvPr/>
            </p:nvSpPr>
            <p:spPr>
              <a:xfrm>
                <a:off x="831759" y="5151738"/>
                <a:ext cx="2754280" cy="6473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(∙) =</m:t>
                      </m:r>
                      <m:r>
                        <m:rPr>
                          <m:sty m:val="p"/>
                        </m:rP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ReLU</m:t>
                      </m:r>
                      <m:r>
                        <a:rPr kumimoji="1" lang="en-US" altLang="ko-K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ko-KR" altLang="en-US" i="1">
                          <a:latin typeface="Cambria Math" panose="02040503050406030204" pitchFamily="18" charset="0"/>
                        </a:rPr>
                        <m:t>은</m:t>
                      </m:r>
                      <m:r>
                        <a:rPr kumimoji="1" lang="ko-KR" altLang="en-US" i="1" smtClean="0">
                          <a:latin typeface="Cambria Math" panose="02040503050406030204" pitchFamily="18" charset="0"/>
                        </a:rPr>
                        <m:t>닉</m:t>
                      </m:r>
                      <m:r>
                        <a:rPr kumimoji="1" lang="ko-KR" altLang="en-US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ko-KR" altLang="en-US" i="1">
                          <a:latin typeface="Cambria Math" panose="02040503050406030204" pitchFamily="18" charset="0"/>
                        </a:rPr>
                        <m:t>층</m:t>
                      </m:r>
                      <m: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ko-KR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(∙) =</m:t>
                      </m:r>
                      <m:r>
                        <m:rPr>
                          <m:sty m:val="p"/>
                        </m:rP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Softmax</m:t>
                      </m:r>
                      <m:r>
                        <a:rPr kumimoji="1" lang="en-US" altLang="ko-K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ko-KR" altLang="en-US" i="1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kumimoji="1" lang="ko-KR" altLang="en-US" i="1" smtClean="0">
                          <a:latin typeface="Cambria Math" panose="02040503050406030204" pitchFamily="18" charset="0"/>
                        </a:rPr>
                        <m:t>력</m:t>
                      </m:r>
                      <m:r>
                        <a:rPr kumimoji="1" lang="ko-KR" alt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ko-KR" altLang="en-US" i="1" smtClean="0">
                          <a:latin typeface="Cambria Math" panose="02040503050406030204" pitchFamily="18" charset="0"/>
                        </a:rPr>
                        <m:t>층</m:t>
                      </m:r>
                      <m: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ko-KR" altLang="en-US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9374706F-4434-9A6E-3022-FD480541C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759" y="5151738"/>
                <a:ext cx="2754280" cy="647357"/>
              </a:xfrm>
              <a:prstGeom prst="rect">
                <a:avLst/>
              </a:prstGeom>
              <a:blipFill>
                <a:blip r:embed="rId5"/>
                <a:stretch>
                  <a:fillRect b="-96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20F8FAD2-6758-0B73-F188-0ECA71764B6C}"/>
                  </a:ext>
                </a:extLst>
              </p:cNvPr>
              <p:cNvSpPr txBox="1"/>
              <p:nvPr/>
            </p:nvSpPr>
            <p:spPr>
              <a:xfrm>
                <a:off x="3243649" y="1200625"/>
                <a:ext cx="4812151" cy="823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ko-KR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ko-K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kumimoji="1"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kumimoji="1"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ko-KR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kumimoji="1"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kumimoji="1"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begChr m:val="["/>
                        <m:endChr m:val="]"/>
                        <m:ctrlPr>
                          <a:rPr kumimoji="1"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kumimoji="1"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kumimoji="1"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kumimoji="1"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  <m:r>
                      <a:rPr kumimoji="1"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kumimoji="1"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kumimoji="1"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kumimoji="1"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kumimoji="1"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kumimoji="1"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kumimoji="1" lang="en-US" altLang="ko-KR" b="0" i="1" smtClean="0">
                        <a:latin typeface="Cambria Math" panose="02040503050406030204" pitchFamily="18" charset="0"/>
                      </a:rPr>
                      <m:t>∙</m:t>
                    </m:r>
                    <m:d>
                      <m:dPr>
                        <m:begChr m:val="["/>
                        <m:endChr m:val="]"/>
                        <m:ctrlPr>
                          <a:rPr kumimoji="1"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kumimoji="1"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kumimoji="1" lang="en-US" altLang="ko-K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kumimoji="1" lang="en-US" altLang="ko-K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  <m:r>
                      <a:rPr kumimoji="1" lang="en-US" altLang="ko-KR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kumimoji="1"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kumimoji="1"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  <m:r>
                      <a:rPr kumimoji="1" lang="en-US" altLang="ko-KR" b="0" i="1" smtClean="0"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begChr m:val="["/>
                        <m:endChr m:val="]"/>
                        <m:ctrlPr>
                          <a:rPr kumimoji="1"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kumimoji="1"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e>
                          </m:mr>
                          <m:mr>
                            <m:e>
                              <m: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mr>
                          <m:mr>
                            <m:e>
                              <m: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kumimoji="1" lang="ko-KR" altLang="en-US" dirty="0"/>
              </a:p>
            </p:txBody>
          </p:sp>
        </mc:Choice>
        <mc:Fallback xmlns=""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20F8FAD2-6758-0B73-F188-0ECA71764B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3649" y="1200625"/>
                <a:ext cx="4812151" cy="823110"/>
              </a:xfrm>
              <a:prstGeom prst="rect">
                <a:avLst/>
              </a:prstGeom>
              <a:blipFill>
                <a:blip r:embed="rId6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624E5FC3-CADE-000D-E9CB-D831BF977976}"/>
                  </a:ext>
                </a:extLst>
              </p:cNvPr>
              <p:cNvSpPr txBox="1"/>
              <p:nvPr/>
            </p:nvSpPr>
            <p:spPr>
              <a:xfrm>
                <a:off x="831759" y="4109647"/>
                <a:ext cx="2973506" cy="5542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ko-KR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ko-KR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  <m: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= 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kumimoji="1" lang="en-US" altLang="ko-K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kumimoji="1"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kumimoji="1" lang="en-US" altLang="ko-K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kumimoji="1"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kumimoji="1" lang="en-US" altLang="ko-KR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kumimoji="1"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, </m:t>
                      </m:r>
                      <m:sSub>
                        <m:sSubPr>
                          <m:ctrlPr>
                            <a:rPr kumimoji="1"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ko-K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ko-KR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  <m: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kumimoji="1"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kumimoji="1"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kumimoji="1" lang="ko-KR" altLang="en-US" dirty="0"/>
              </a:p>
            </p:txBody>
          </p:sp>
        </mc:Choice>
        <mc:Fallback xmlns=""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624E5FC3-CADE-000D-E9CB-D831BF9779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759" y="4109647"/>
                <a:ext cx="2973506" cy="554254"/>
              </a:xfrm>
              <a:prstGeom prst="rect">
                <a:avLst/>
              </a:prstGeom>
              <a:blipFill>
                <a:blip r:embed="rId7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4" name="타원 153">
            <a:extLst>
              <a:ext uri="{FF2B5EF4-FFF2-40B4-BE49-F238E27FC236}">
                <a16:creationId xmlns:a16="http://schemas.microsoft.com/office/drawing/2014/main" id="{B018C7BE-4ECB-485E-3F54-C84EEEE8DF21}"/>
              </a:ext>
            </a:extLst>
          </p:cNvPr>
          <p:cNvSpPr/>
          <p:nvPr/>
        </p:nvSpPr>
        <p:spPr>
          <a:xfrm>
            <a:off x="10227941" y="2808616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200" dirty="0">
                <a:solidFill>
                  <a:schemeClr val="tx1"/>
                </a:solidFill>
              </a:rPr>
              <a:t>0.73</a:t>
            </a:r>
            <a:endParaRPr kumimoji="1"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5" name="타원 154">
            <a:extLst>
              <a:ext uri="{FF2B5EF4-FFF2-40B4-BE49-F238E27FC236}">
                <a16:creationId xmlns:a16="http://schemas.microsoft.com/office/drawing/2014/main" id="{5CF641FF-8407-BF76-BD9A-DDF64EB1B56F}"/>
              </a:ext>
            </a:extLst>
          </p:cNvPr>
          <p:cNvSpPr/>
          <p:nvPr/>
        </p:nvSpPr>
        <p:spPr>
          <a:xfrm>
            <a:off x="10227941" y="400977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200" dirty="0">
                <a:solidFill>
                  <a:schemeClr val="tx1"/>
                </a:solidFill>
              </a:rPr>
              <a:t>0.27</a:t>
            </a:r>
            <a:endParaRPr kumimoji="1"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159" name="직선 화살표 연결선 158">
            <a:extLst>
              <a:ext uri="{FF2B5EF4-FFF2-40B4-BE49-F238E27FC236}">
                <a16:creationId xmlns:a16="http://schemas.microsoft.com/office/drawing/2014/main" id="{C1BFB1A8-68CB-A93B-D47D-F71586EABDDD}"/>
              </a:ext>
            </a:extLst>
          </p:cNvPr>
          <p:cNvCxnSpPr>
            <a:cxnSpLocks/>
            <a:stCxn id="10" idx="6"/>
            <a:endCxn id="155" idx="2"/>
          </p:cNvCxnSpPr>
          <p:nvPr/>
        </p:nvCxnSpPr>
        <p:spPr>
          <a:xfrm flipV="1">
            <a:off x="9002129" y="4369775"/>
            <a:ext cx="1225812" cy="570218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화살표 연결선 161">
            <a:extLst>
              <a:ext uri="{FF2B5EF4-FFF2-40B4-BE49-F238E27FC236}">
                <a16:creationId xmlns:a16="http://schemas.microsoft.com/office/drawing/2014/main" id="{DCE4A5EB-2ABA-A3C4-637E-8C86E8B79710}"/>
              </a:ext>
            </a:extLst>
          </p:cNvPr>
          <p:cNvCxnSpPr>
            <a:cxnSpLocks/>
            <a:stCxn id="11" idx="6"/>
            <a:endCxn id="155" idx="2"/>
          </p:cNvCxnSpPr>
          <p:nvPr/>
        </p:nvCxnSpPr>
        <p:spPr>
          <a:xfrm>
            <a:off x="9002129" y="3803941"/>
            <a:ext cx="1225812" cy="56583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FB12D70A-403B-21E4-1D84-663B71A04CA0}"/>
              </a:ext>
            </a:extLst>
          </p:cNvPr>
          <p:cNvCxnSpPr>
            <a:cxnSpLocks/>
            <a:stCxn id="9" idx="6"/>
            <a:endCxn id="155" idx="2"/>
          </p:cNvCxnSpPr>
          <p:nvPr/>
        </p:nvCxnSpPr>
        <p:spPr>
          <a:xfrm>
            <a:off x="9002129" y="2667889"/>
            <a:ext cx="1225812" cy="1701886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0209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F7752-2CA5-8615-DCF5-69A7E3E2A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6CBB0A-6F6D-9A77-98A0-3EE07ED4D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/>
              <a:t>Multi-Layer Perceptron</a:t>
            </a:r>
            <a:endParaRPr kumimoji="1"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4989F40-6FBB-493B-569C-B170403CA140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1783080" y="1399032"/>
                <a:ext cx="7772400" cy="483717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kumimoji="1" lang="ko-KR" altLang="en-US" sz="2000" dirty="0" err="1"/>
                  <a:t>교차엔트로피</a:t>
                </a:r>
                <a:r>
                  <a:rPr kumimoji="1" lang="ko-KR" altLang="en-US" sz="2000" dirty="0"/>
                  <a:t> 손실 계산 </a:t>
                </a:r>
                <a:r>
                  <a:rPr kumimoji="1" lang="en-US" altLang="ko-KR" sz="2000" dirty="0"/>
                  <a:t>(Cross-Entropy Loss)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W</m:t>
                      </m:r>
                      <m: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kumimoji="1" lang="en-US" altLang="ko-KR" b="0" i="1" smtClean="0">
                          <a:latin typeface="Cambria Math" panose="02040503050406030204" pitchFamily="18" charset="0"/>
                        </a:rPr>
                        <m:t>)=−</m:t>
                      </m:r>
                      <m:nary>
                        <m:naryPr>
                          <m:chr m:val="∑"/>
                          <m:supHide m:val="on"/>
                          <m:ctrlPr>
                            <a:rPr kumimoji="1" lang="en-US" altLang="ko-K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kumimoji="1" lang="en-US" altLang="ko-KR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kumimoji="1"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1" lang="en-US" altLang="ko-KR" i="1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kumimoji="1" lang="en-US" altLang="ko-KR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func>
                            <m:funcPr>
                              <m:ctrlPr>
                                <a:rPr kumimoji="1"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ko-K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ko-KR" i="1">
                                      <a:latin typeface="Cambria Math" panose="02040503050406030204" pitchFamily="18" charset="0"/>
                                    </a:rPr>
                                    <m:t>p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kumimoji="1" lang="en-US" altLang="ko-KR" i="1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func>
                        </m:e>
                      </m:nary>
                    </m:oMath>
                  </m:oMathPara>
                </a14:m>
                <a:endParaRPr kumimoji="1" lang="en-US" altLang="ko-K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" altLang="ko-KR" i="0" smtClean="0">
                          <a:latin typeface="Cambria Math" panose="02040503050406030204" pitchFamily="18" charset="0"/>
                        </a:rPr>
                        <m:t>W</m:t>
                      </m:r>
                      <m:r>
                        <m:rPr>
                          <m:nor/>
                        </m:rPr>
                        <a:rPr lang="en" altLang="ko-KR" i="0" smtClean="0">
                          <a:latin typeface="Cambria Math" panose="02040503050406030204" pitchFamily="18" charset="0"/>
                        </a:rPr>
                        <m:t> ←</m:t>
                      </m:r>
                      <m:r>
                        <m:rPr>
                          <m:nor/>
                        </m:rPr>
                        <a:rPr lang="en" altLang="ko-KR" i="0" smtClean="0">
                          <a:latin typeface="Cambria Math" panose="02040503050406030204" pitchFamily="18" charset="0"/>
                        </a:rPr>
                        <m:t>W</m:t>
                      </m:r>
                      <m:r>
                        <m:rPr>
                          <m:nor/>
                        </m:rPr>
                        <a:rPr lang="en" altLang="ko-KR" i="0" smtClean="0">
                          <a:latin typeface="Cambria Math" panose="02040503050406030204" pitchFamily="18" charset="0"/>
                        </a:rPr>
                        <m:t> − </m:t>
                      </m:r>
                      <m:r>
                        <m:rPr>
                          <m:nor/>
                        </m:rPr>
                        <a:rPr lang="en" altLang="ko-KR" i="0" smtClean="0">
                          <a:latin typeface="Cambria Math" panose="02040503050406030204" pitchFamily="18" charset="0"/>
                        </a:rPr>
                        <m:t>η</m:t>
                      </m:r>
                      <m:f>
                        <m:fPr>
                          <m:ctrlPr>
                            <a:rPr lang="en" altLang="ko-K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" altLang="ko-KR" i="0" smtClean="0">
                              <a:latin typeface="Cambria Math" panose="02040503050406030204" pitchFamily="18" charset="0"/>
                            </a:rPr>
                            <m:t>∂</m:t>
                          </m:r>
                          <m:r>
                            <m:rPr>
                              <m:nor/>
                            </m:rPr>
                            <a:rPr lang="en" altLang="ko-KR" i="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" altLang="ko-KR" i="0" smtClean="0">
                              <a:latin typeface="Cambria Math" panose="02040503050406030204" pitchFamily="18" charset="0"/>
                            </a:rPr>
                            <m:t>∂</m:t>
                          </m:r>
                          <m:r>
                            <m:rPr>
                              <m:nor/>
                            </m:rPr>
                            <a:rPr lang="en" altLang="ko-KR" i="0" smtClean="0">
                              <a:latin typeface="Cambria Math" panose="02040503050406030204" pitchFamily="18" charset="0"/>
                            </a:rPr>
                            <m:t>W</m:t>
                          </m:r>
                        </m:den>
                      </m:f>
                      <m:r>
                        <m:rPr>
                          <m:nor/>
                        </m:rPr>
                        <a:rPr lang="en" altLang="ko-KR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" altLang="ko-KR" i="0" smtClean="0">
                          <a:latin typeface="Cambria Math" panose="02040503050406030204" pitchFamily="18" charset="0"/>
                        </a:rPr>
                        <m:t> </m:t>
                      </m:r>
                      <m:r>
                        <m:rPr>
                          <m:nor/>
                        </m:rPr>
                        <a:rPr lang="en" altLang="ko-KR" i="0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m:rPr>
                          <m:nor/>
                        </m:rPr>
                        <a:rPr lang="en" altLang="ko-KR" i="0" smtClean="0">
                          <a:latin typeface="Cambria Math" panose="02040503050406030204" pitchFamily="18" charset="0"/>
                        </a:rPr>
                        <m:t> ←</m:t>
                      </m:r>
                      <m:r>
                        <m:rPr>
                          <m:nor/>
                        </m:rPr>
                        <a:rPr lang="en" altLang="ko-KR" i="0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m:rPr>
                          <m:nor/>
                        </m:rPr>
                        <a:rPr lang="en" altLang="ko-KR" i="0" smtClean="0">
                          <a:latin typeface="Cambria Math" panose="02040503050406030204" pitchFamily="18" charset="0"/>
                        </a:rPr>
                        <m:t> − </m:t>
                      </m:r>
                      <m:r>
                        <m:rPr>
                          <m:nor/>
                        </m:rPr>
                        <a:rPr lang="en" altLang="ko-KR" i="0" smtClean="0">
                          <a:latin typeface="Cambria Math" panose="02040503050406030204" pitchFamily="18" charset="0"/>
                        </a:rPr>
                        <m:t>η</m:t>
                      </m:r>
                      <m:f>
                        <m:fPr>
                          <m:ctrlPr>
                            <a:rPr lang="en" altLang="ko-K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" altLang="ko-KR" i="0" smtClean="0">
                              <a:latin typeface="Cambria Math" panose="02040503050406030204" pitchFamily="18" charset="0"/>
                            </a:rPr>
                            <m:t>∂</m:t>
                          </m:r>
                          <m:r>
                            <m:rPr>
                              <m:nor/>
                            </m:rPr>
                            <a:rPr lang="en" altLang="ko-KR" i="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" altLang="ko-KR" i="0" smtClean="0">
                              <a:latin typeface="Cambria Math" panose="02040503050406030204" pitchFamily="18" charset="0"/>
                            </a:rPr>
                            <m:t>∂</m:t>
                          </m:r>
                          <m:r>
                            <m:rPr>
                              <m:nor/>
                            </m:rPr>
                            <a:rPr lang="en" altLang="ko-KR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</m:den>
                      </m:f>
                    </m:oMath>
                  </m:oMathPara>
                </a14:m>
                <a:endParaRPr kumimoji="1" lang="en-US" altLang="ko-KR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n-US" altLang="ko-KR" b="0" i="1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kumimoji="1" lang="en-US" altLang="ko-K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kumimoji="1"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  <m:r>
                      <a:rPr kumimoji="1" lang="en-US" altLang="ko-KR" b="0" i="1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정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</a:rPr>
                      <m:t>답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</a:rPr>
                      <m:t>결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과</m:t>
                    </m:r>
                  </m:oMath>
                </a14:m>
                <a:endParaRPr kumimoji="1" lang="en-US" altLang="ko-KR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n-US" altLang="ko-KR" b="0" i="1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kumimoji="1"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kumimoji="1"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  <m:r>
                      <a:rPr kumimoji="1" lang="en-US" altLang="ko-KR" i="1">
                        <a:latin typeface="Cambria Math" panose="02040503050406030204" pitchFamily="18" charset="0"/>
                      </a:rPr>
                      <m:t>: </m:t>
                    </m:r>
                    <m:r>
                      <a:rPr kumimoji="1" lang="ko-KR" altLang="en-US" i="1" smtClean="0">
                        <a:latin typeface="Cambria Math" panose="02040503050406030204" pitchFamily="18" charset="0"/>
                      </a:rPr>
                      <m:t>예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측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결과</m:t>
                    </m:r>
                  </m:oMath>
                </a14:m>
                <a:endParaRPr kumimoji="1" lang="en-US" altLang="ko-KR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" altLang="ko-KR" smtClean="0">
                        <a:latin typeface="Cambria Math" panose="02040503050406030204" pitchFamily="18" charset="0"/>
                      </a:rPr>
                      <m:t>η</m:t>
                    </m:r>
                    <m:r>
                      <m:rPr>
                        <m:nor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학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습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률</m:t>
                    </m:r>
                  </m:oMath>
                </a14:m>
                <a:endParaRPr kumimoji="1" lang="en-US" altLang="ko-KR" dirty="0"/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ko-KR" i="1">
                        <a:latin typeface="Cambria Math" panose="02040503050406030204" pitchFamily="18" charset="0"/>
                      </a:rPr>
                      <m:t>𝑛</m:t>
                    </m:r>
                    <m:r>
                      <a:rPr kumimoji="1" lang="en-US" altLang="ko-KR" i="1">
                        <a:latin typeface="Cambria Math" panose="02040503050406030204" pitchFamily="18" charset="0"/>
                      </a:rPr>
                      <m:t>: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최종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클래스의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ko-KR" altLang="en-US" i="1">
                        <a:latin typeface="Cambria Math" panose="02040503050406030204" pitchFamily="18" charset="0"/>
                      </a:rPr>
                      <m:t>수</m:t>
                    </m:r>
                  </m:oMath>
                </a14:m>
                <a:endParaRPr kumimoji="1" lang="en-US" altLang="ko-KR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4989F40-6FBB-493B-569C-B170403CA1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1783080" y="1399032"/>
                <a:ext cx="7772400" cy="4837176"/>
              </a:xfrm>
              <a:blipFill>
                <a:blip r:embed="rId3"/>
                <a:stretch>
                  <a:fillRect l="-816" t="-91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74310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FAB249-17EF-1477-D5B0-551155BBA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296528"/>
            <a:ext cx="10954512" cy="795528"/>
          </a:xfrm>
        </p:spPr>
        <p:txBody>
          <a:bodyPr/>
          <a:lstStyle/>
          <a:p>
            <a:r>
              <a:rPr lang="ko-KR" altLang="en-US" dirty="0"/>
              <a:t>주제 선정 동기</a:t>
            </a:r>
            <a:r>
              <a:rPr lang="en-US" altLang="ko-KR" dirty="0"/>
              <a:t>(</a:t>
            </a:r>
            <a:r>
              <a:rPr lang="ko-KR" altLang="en-US" dirty="0"/>
              <a:t>실시간 승률 분석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8B08EE-4C34-A744-9B1A-2EF98E04B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225845"/>
            <a:ext cx="10954512" cy="4956047"/>
          </a:xfrm>
        </p:spPr>
        <p:txBody>
          <a:bodyPr>
            <a:normAutofit fontScale="85000" lnSpcReduction="20000"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평소 스포츠에 관심이 많았음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어떤 스포츠 경기에 대해 데이터 분석을 하여 수치적으로 나타낸 값들이 궁금하였음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경기 중계 시에 실시간으로 바뀌는 상황에 대한 상대적 승률이 궁금하였음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내가 좋아하는 팀에 대한 기여</a:t>
            </a:r>
            <a:r>
              <a:rPr lang="en-US" altLang="ko-KR" dirty="0"/>
              <a:t>(</a:t>
            </a:r>
            <a:r>
              <a:rPr lang="ko-KR" altLang="en-US" dirty="0"/>
              <a:t>팀 스포츠 데이터에 대한 분석을 통해 장단점 및 상대 전적 데이터 확보</a:t>
            </a:r>
            <a:r>
              <a:rPr lang="en-US" altLang="ko-KR" dirty="0"/>
              <a:t>)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어떤 스포츠에서도 이기고 있는 경기임에도 내가 좋아하는 팀을 응원하는 마음에</a:t>
            </a:r>
            <a:r>
              <a:rPr lang="en-US" altLang="ko-KR" dirty="0"/>
              <a:t> </a:t>
            </a:r>
            <a:r>
              <a:rPr lang="ko-KR" altLang="en-US" dirty="0"/>
              <a:t>혹시나 </a:t>
            </a:r>
            <a:r>
              <a:rPr lang="ko-KR" altLang="en-US" dirty="0" err="1"/>
              <a:t>역전당하지</a:t>
            </a:r>
            <a:r>
              <a:rPr lang="ko-KR" altLang="en-US" dirty="0"/>
              <a:t> 않을까 하는 불안한 경험이 있을 것이다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이러한 것에 도움을 줄 수 있는 프로젝트가 되면 좋겠다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실시간 승패예측 프로그램을 활용해 경기 내적으로 운동선수에게 전략 및 전술의 수정 혹은 피드백을 통해 경기력 향상을 기대</a:t>
            </a:r>
            <a:endParaRPr lang="en-US" altLang="ko-KR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잉크 3">
                <a:extLst>
                  <a:ext uri="{FF2B5EF4-FFF2-40B4-BE49-F238E27FC236}">
                    <a16:creationId xmlns:a16="http://schemas.microsoft.com/office/drawing/2014/main" id="{F7EEC7DC-1EB3-44C5-4BBB-AD6467DE7771}"/>
                  </a:ext>
                </a:extLst>
              </p14:cNvPr>
              <p14:cNvContentPartPr/>
              <p14:nvPr/>
            </p14:nvContentPartPr>
            <p14:xfrm>
              <a:off x="4617895" y="1182069"/>
              <a:ext cx="360" cy="360"/>
            </p14:xfrm>
          </p:contentPart>
        </mc:Choice>
        <mc:Fallback>
          <p:pic>
            <p:nvPicPr>
              <p:cNvPr id="4" name="잉크 3">
                <a:extLst>
                  <a:ext uri="{FF2B5EF4-FFF2-40B4-BE49-F238E27FC236}">
                    <a16:creationId xmlns:a16="http://schemas.microsoft.com/office/drawing/2014/main" id="{F7EEC7DC-1EB3-44C5-4BBB-AD6467DE777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11775" y="1175949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잉크 5">
                <a:extLst>
                  <a:ext uri="{FF2B5EF4-FFF2-40B4-BE49-F238E27FC236}">
                    <a16:creationId xmlns:a16="http://schemas.microsoft.com/office/drawing/2014/main" id="{90445EE4-7D1F-67AA-377D-C20CB8C35958}"/>
                  </a:ext>
                </a:extLst>
              </p14:cNvPr>
              <p14:cNvContentPartPr/>
              <p14:nvPr/>
            </p14:nvContentPartPr>
            <p14:xfrm>
              <a:off x="12653815" y="3703869"/>
              <a:ext cx="360" cy="360"/>
            </p14:xfrm>
          </p:contentPart>
        </mc:Choice>
        <mc:Fallback>
          <p:pic>
            <p:nvPicPr>
              <p:cNvPr id="6" name="잉크 5">
                <a:extLst>
                  <a:ext uri="{FF2B5EF4-FFF2-40B4-BE49-F238E27FC236}">
                    <a16:creationId xmlns:a16="http://schemas.microsoft.com/office/drawing/2014/main" id="{90445EE4-7D1F-67AA-377D-C20CB8C3595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7695" y="3697749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126056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45C0BC-DCCB-17E2-4E01-25E84B188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수집 및 처리 과정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8B6E4A-3781-A10A-05CA-76EEA6613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ko-KR" altLang="en-US" dirty="0"/>
              <a:t>데이터 출처 </a:t>
            </a:r>
            <a:r>
              <a:rPr lang="en-US" altLang="ko-KR" dirty="0"/>
              <a:t>: KBL </a:t>
            </a:r>
            <a:r>
              <a:rPr lang="ko-KR" altLang="en-US" dirty="0"/>
              <a:t>공식 웹사이트 문자중계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데이터 범위 </a:t>
            </a:r>
            <a:r>
              <a:rPr lang="en-US" altLang="ko-KR" dirty="0"/>
              <a:t>2021~2025</a:t>
            </a:r>
            <a:r>
              <a:rPr lang="ko-KR" altLang="en-US" dirty="0"/>
              <a:t>시즌 정규시즌 데이터 </a:t>
            </a:r>
            <a:r>
              <a:rPr lang="en-US" altLang="ko-KR" dirty="0"/>
              <a:t>  4</a:t>
            </a:r>
            <a:r>
              <a:rPr lang="ko-KR" altLang="en-US" dirty="0"/>
              <a:t>시즌의 총 </a:t>
            </a:r>
            <a:r>
              <a:rPr lang="en-US" altLang="ko-KR" dirty="0"/>
              <a:t>1080</a:t>
            </a:r>
            <a:r>
              <a:rPr lang="ko-KR" altLang="en-US" dirty="0"/>
              <a:t>경기 데이터 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- </a:t>
            </a:r>
            <a:r>
              <a:rPr lang="ko-KR" altLang="en-US" dirty="0"/>
              <a:t>쿼터별 누적 데이터 수집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수집방법 </a:t>
            </a:r>
            <a:r>
              <a:rPr lang="en-US" altLang="ko-KR" dirty="0"/>
              <a:t>: Python </a:t>
            </a:r>
            <a:r>
              <a:rPr lang="ko-KR" altLang="en-US" dirty="0"/>
              <a:t>기반 웹 </a:t>
            </a:r>
            <a:r>
              <a:rPr lang="ko-KR" altLang="en-US" dirty="0" err="1"/>
              <a:t>크롤링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50EFBC2-9EB1-8FA7-8CA0-1A644468DB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973159"/>
              </p:ext>
            </p:extLst>
          </p:nvPr>
        </p:nvGraphicFramePr>
        <p:xfrm>
          <a:off x="713839" y="2727958"/>
          <a:ext cx="7424322" cy="2495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4774">
                  <a:extLst>
                    <a:ext uri="{9D8B030D-6E8A-4147-A177-3AD203B41FA5}">
                      <a16:colId xmlns:a16="http://schemas.microsoft.com/office/drawing/2014/main" val="2285491562"/>
                    </a:ext>
                  </a:extLst>
                </a:gridCol>
                <a:gridCol w="2474774">
                  <a:extLst>
                    <a:ext uri="{9D8B030D-6E8A-4147-A177-3AD203B41FA5}">
                      <a16:colId xmlns:a16="http://schemas.microsoft.com/office/drawing/2014/main" val="2092944145"/>
                    </a:ext>
                  </a:extLst>
                </a:gridCol>
                <a:gridCol w="2474774">
                  <a:extLst>
                    <a:ext uri="{9D8B030D-6E8A-4147-A177-3AD203B41FA5}">
                      <a16:colId xmlns:a16="http://schemas.microsoft.com/office/drawing/2014/main" val="2871585221"/>
                    </a:ext>
                  </a:extLst>
                </a:gridCol>
              </a:tblGrid>
              <a:tr h="41592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 시즌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경기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팀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7067144"/>
                  </a:ext>
                </a:extLst>
              </a:tr>
              <a:tr h="4159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/>
                        <a:t>21-22</a:t>
                      </a:r>
                      <a:endParaRPr lang="ko-KR" altLang="en-US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270</a:t>
                      </a:r>
                      <a:endParaRPr lang="ko-KR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</a:t>
                      </a:r>
                      <a:endParaRPr lang="ko-KR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943340"/>
                  </a:ext>
                </a:extLst>
              </a:tr>
              <a:tr h="4159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/>
                        <a:t>22-23</a:t>
                      </a:r>
                      <a:endParaRPr lang="ko-KR" altLang="en-US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270</a:t>
                      </a:r>
                      <a:endParaRPr lang="ko-KR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</a:t>
                      </a:r>
                      <a:endParaRPr lang="ko-KR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9509222"/>
                  </a:ext>
                </a:extLst>
              </a:tr>
              <a:tr h="4159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/>
                        <a:t>23-24</a:t>
                      </a:r>
                      <a:endParaRPr lang="ko-KR" altLang="en-US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270</a:t>
                      </a:r>
                      <a:endParaRPr lang="ko-KR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</a:t>
                      </a:r>
                      <a:endParaRPr lang="ko-KR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0451505"/>
                  </a:ext>
                </a:extLst>
              </a:tr>
              <a:tr h="4159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/>
                        <a:t>24-25</a:t>
                      </a:r>
                      <a:endParaRPr lang="ko-KR" altLang="en-US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270</a:t>
                      </a:r>
                      <a:endParaRPr lang="ko-KR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</a:t>
                      </a:r>
                      <a:endParaRPr lang="ko-KR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9078307"/>
                  </a:ext>
                </a:extLst>
              </a:tr>
              <a:tr h="41592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/>
                        <a:t>합계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1080</a:t>
                      </a:r>
                      <a:endParaRPr lang="ko-KR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</a:t>
                      </a:r>
                      <a:endParaRPr lang="ko-KR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50869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42165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663755-CD50-8B9B-0838-270611CC1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758" y="0"/>
            <a:ext cx="10954512" cy="795528"/>
          </a:xfrm>
        </p:spPr>
        <p:txBody>
          <a:bodyPr/>
          <a:lstStyle/>
          <a:p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40B0A105-528E-3790-B4B2-BF90B378F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8958389"/>
              </p:ext>
            </p:extLst>
          </p:nvPr>
        </p:nvGraphicFramePr>
        <p:xfrm>
          <a:off x="349758" y="122294"/>
          <a:ext cx="5340352" cy="731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88">
                  <a:extLst>
                    <a:ext uri="{9D8B030D-6E8A-4147-A177-3AD203B41FA5}">
                      <a16:colId xmlns:a16="http://schemas.microsoft.com/office/drawing/2014/main" val="1763830344"/>
                    </a:ext>
                  </a:extLst>
                </a:gridCol>
                <a:gridCol w="1335088">
                  <a:extLst>
                    <a:ext uri="{9D8B030D-6E8A-4147-A177-3AD203B41FA5}">
                      <a16:colId xmlns:a16="http://schemas.microsoft.com/office/drawing/2014/main" val="1767494672"/>
                    </a:ext>
                  </a:extLst>
                </a:gridCol>
                <a:gridCol w="1335088">
                  <a:extLst>
                    <a:ext uri="{9D8B030D-6E8A-4147-A177-3AD203B41FA5}">
                      <a16:colId xmlns:a16="http://schemas.microsoft.com/office/drawing/2014/main" val="357478341"/>
                    </a:ext>
                  </a:extLst>
                </a:gridCol>
                <a:gridCol w="1335088">
                  <a:extLst>
                    <a:ext uri="{9D8B030D-6E8A-4147-A177-3AD203B41FA5}">
                      <a16:colId xmlns:a16="http://schemas.microsoft.com/office/drawing/2014/main" val="1893923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NO.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변수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NO.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변수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8209008"/>
                  </a:ext>
                </a:extLst>
              </a:tr>
              <a:tr h="316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1618138"/>
                  </a:ext>
                </a:extLst>
              </a:tr>
              <a:tr h="316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4023288"/>
                  </a:ext>
                </a:extLst>
              </a:tr>
              <a:tr h="316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6662826"/>
                  </a:ext>
                </a:extLst>
              </a:tr>
              <a:tr h="316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8906620"/>
                  </a:ext>
                </a:extLst>
              </a:tr>
              <a:tr h="316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4612988"/>
                  </a:ext>
                </a:extLst>
              </a:tr>
              <a:tr h="316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86474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</a:t>
                      </a:r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281786"/>
                  </a:ext>
                </a:extLst>
              </a:tr>
              <a:tr h="316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</a:t>
                      </a:r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0298859"/>
                  </a:ext>
                </a:extLst>
              </a:tr>
              <a:tr h="316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</a:t>
                      </a:r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3712197"/>
                  </a:ext>
                </a:extLst>
              </a:tr>
              <a:tr h="316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</a:t>
                      </a:r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6310468"/>
                  </a:ext>
                </a:extLst>
              </a:tr>
              <a:tr h="316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11</a:t>
                      </a:r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5383422"/>
                  </a:ext>
                </a:extLst>
              </a:tr>
              <a:tr h="316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12</a:t>
                      </a:r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7867560"/>
                  </a:ext>
                </a:extLst>
              </a:tr>
              <a:tr h="316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13</a:t>
                      </a:r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7511681"/>
                  </a:ext>
                </a:extLst>
              </a:tr>
              <a:tr h="316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14</a:t>
                      </a:r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2155740"/>
                  </a:ext>
                </a:extLst>
              </a:tr>
              <a:tr h="316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</a:t>
                      </a:r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2205967"/>
                  </a:ext>
                </a:extLst>
              </a:tr>
              <a:tr h="316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16</a:t>
                      </a:r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7879704"/>
                  </a:ext>
                </a:extLst>
              </a:tr>
              <a:tr h="316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</a:t>
                      </a:r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0451296"/>
                  </a:ext>
                </a:extLst>
              </a:tr>
              <a:tr h="316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18</a:t>
                      </a:r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8142181"/>
                  </a:ext>
                </a:extLst>
              </a:tr>
              <a:tr h="316671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8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76798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149F05-3A38-5B2C-2A0B-22E575C1A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673" y="219075"/>
            <a:ext cx="10954512" cy="795528"/>
          </a:xfrm>
        </p:spPr>
        <p:txBody>
          <a:bodyPr/>
          <a:lstStyle/>
          <a:p>
            <a:r>
              <a:rPr lang="ko-KR" altLang="en-US" dirty="0"/>
              <a:t>핵심 지표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101532-F6BC-3020-904D-0FE557BCE3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673" y="1295780"/>
            <a:ext cx="10954512" cy="4956047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lang="ko-KR" altLang="en-US" dirty="0" err="1"/>
              <a:t>포제션</a:t>
            </a:r>
            <a:r>
              <a:rPr lang="ko-KR" altLang="en-US" dirty="0"/>
              <a:t> 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넷 </a:t>
            </a:r>
            <a:r>
              <a:rPr lang="ko-KR" altLang="en-US" dirty="0" err="1"/>
              <a:t>레이팅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포 </a:t>
            </a:r>
            <a:r>
              <a:rPr lang="ko-KR" altLang="en-US" dirty="0" err="1"/>
              <a:t>팩터스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807310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59D193-0A79-4BC5-814E-08D8E9D59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683" y="-376755"/>
            <a:ext cx="6158541" cy="1444752"/>
          </a:xfrm>
        </p:spPr>
        <p:txBody>
          <a:bodyPr anchor="b">
            <a:normAutofit/>
          </a:bodyPr>
          <a:lstStyle/>
          <a:p>
            <a:r>
              <a:rPr lang="ko-KR" altLang="en-US" dirty="0"/>
              <a:t>데이터 수집 및 처리 과정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4D5137F2-5EDA-942F-80BD-BBA9B39B010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69580" y="1864913"/>
            <a:ext cx="4389120" cy="479714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ko-KR" altLang="en-US" sz="2400" dirty="0"/>
              <a:t>크롤링한 </a:t>
            </a:r>
            <a:r>
              <a:rPr lang="en-US" altLang="ko-KR" sz="2400" dirty="0"/>
              <a:t>c</a:t>
            </a:r>
            <a:r>
              <a:rPr lang="en-US" sz="2400" dirty="0"/>
              <a:t>sv</a:t>
            </a:r>
            <a:r>
              <a:rPr lang="ko-KR" altLang="en-US" sz="2400" dirty="0"/>
              <a:t>형태의 원본 데이터 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b="1" dirty="0"/>
              <a:t>핵심 과제</a:t>
            </a:r>
            <a:r>
              <a:rPr lang="en-US" altLang="ko-KR" sz="2400" dirty="0"/>
              <a:t>: </a:t>
            </a:r>
            <a:r>
              <a:rPr lang="ko-KR" altLang="en-US" sz="2400" dirty="0"/>
              <a:t>쿼터별 누적 데이터를 분석 가능한 </a:t>
            </a:r>
            <a:r>
              <a:rPr lang="en-US" altLang="ko-KR" sz="2400" dirty="0"/>
              <a:t> </a:t>
            </a:r>
            <a:r>
              <a:rPr lang="ko-KR" altLang="en-US" sz="2400" dirty="0"/>
              <a:t>경기 단위</a:t>
            </a:r>
            <a:r>
              <a:rPr lang="en-US" altLang="ko-KR" sz="2400" dirty="0"/>
              <a:t>(Q4) </a:t>
            </a:r>
            <a:r>
              <a:rPr lang="ko-KR" altLang="en-US" sz="2400" dirty="0"/>
              <a:t>및 실시간</a:t>
            </a:r>
            <a:r>
              <a:rPr lang="en-US" altLang="ko-KR" sz="2400" dirty="0"/>
              <a:t> </a:t>
            </a:r>
            <a:r>
              <a:rPr lang="ko-KR" altLang="en-US" sz="2400" dirty="0"/>
              <a:t>데이터로 분리 및 정제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이를 분석가능한 데이터로 가공하는 것이 첫번째 과제였음</a:t>
            </a:r>
            <a:r>
              <a:rPr lang="en-US" altLang="ko-KR" sz="2400" dirty="0"/>
              <a:t>.</a:t>
            </a:r>
          </a:p>
          <a:p>
            <a:pPr marL="0" indent="0">
              <a:buNone/>
            </a:pPr>
            <a:r>
              <a:rPr lang="ko-KR" altLang="en-US" sz="2400" dirty="0"/>
              <a:t>팀 이름</a:t>
            </a:r>
            <a:r>
              <a:rPr lang="en-US" altLang="ko-KR" sz="2400" dirty="0"/>
              <a:t>(</a:t>
            </a:r>
            <a:r>
              <a:rPr lang="ko-KR" altLang="en-US" sz="2400" dirty="0"/>
              <a:t>코드</a:t>
            </a:r>
            <a:r>
              <a:rPr lang="en-US" altLang="ko-KR" sz="2400" dirty="0"/>
              <a:t>) </a:t>
            </a:r>
            <a:r>
              <a:rPr lang="ko-KR" altLang="en-US" sz="2400" dirty="0"/>
              <a:t>정리하는 것 두번째 과제</a:t>
            </a:r>
            <a:r>
              <a:rPr lang="en-US" altLang="ko-KR" sz="2400" dirty="0"/>
              <a:t>?</a:t>
            </a:r>
          </a:p>
          <a:p>
            <a:pPr marL="0" indent="0">
              <a:buNone/>
            </a:pPr>
            <a:endParaRPr lang="en-US" sz="2400" dirty="0"/>
          </a:p>
        </p:txBody>
      </p:sp>
      <p:pic>
        <p:nvPicPr>
          <p:cNvPr id="5" name="내용 개체 틀 4" descr="전자제품, 전자 공학, 회로, 컴퓨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962671C-57AB-299E-FED1-5892F8366138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tretch/>
        </p:blipFill>
        <p:spPr>
          <a:xfrm>
            <a:off x="4847643" y="1538529"/>
            <a:ext cx="7220995" cy="4260387"/>
          </a:xfrm>
          <a:noFill/>
        </p:spPr>
      </p:pic>
    </p:spTree>
    <p:extLst>
      <p:ext uri="{BB962C8B-B14F-4D97-AF65-F5344CB8AC3E}">
        <p14:creationId xmlns:p14="http://schemas.microsoft.com/office/powerpoint/2010/main" val="14394266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B27C8A-F43C-5368-9566-50011BBDD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모델 개발 및 시스템 구축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A425D1-34B5-F14D-D078-1860B9E0E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로지스틱 회귀분석 </a:t>
            </a:r>
            <a:r>
              <a:rPr lang="en-US" altLang="ko-KR" dirty="0"/>
              <a:t>vs </a:t>
            </a:r>
            <a:r>
              <a:rPr lang="ko-KR" altLang="en-US" dirty="0"/>
              <a:t>인공 신경망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MLP </a:t>
            </a:r>
            <a:r>
              <a:rPr lang="ko-KR" altLang="en-US" dirty="0"/>
              <a:t>모델 선택한 이유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머신러닝</a:t>
            </a:r>
            <a:r>
              <a:rPr lang="ko-KR" altLang="en-US" dirty="0"/>
              <a:t> 딥러닝 중 딥러닝 선택한 이유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038705"/>
      </p:ext>
    </p:extLst>
  </p:cSld>
  <p:clrMapOvr>
    <a:masterClrMapping/>
  </p:clrMapOvr>
</p:sld>
</file>

<file path=ppt/theme/theme1.xml><?xml version="1.0" encoding="utf-8"?>
<a:theme xmlns:a="http://schemas.openxmlformats.org/drawingml/2006/main" name="Chroma">
  <a:themeElements>
    <a:clrScheme name="Chroma">
      <a:dk1>
        <a:srgbClr val="131313"/>
      </a:dk1>
      <a:lt1>
        <a:sysClr val="window" lastClr="FFFFFF"/>
      </a:lt1>
      <a:dk2>
        <a:srgbClr val="0C233A"/>
      </a:dk2>
      <a:lt2>
        <a:srgbClr val="F5FAFD"/>
      </a:lt2>
      <a:accent1>
        <a:srgbClr val="4485DC"/>
      </a:accent1>
      <a:accent2>
        <a:srgbClr val="25AAD5"/>
      </a:accent2>
      <a:accent3>
        <a:srgbClr val="5BBEAC"/>
      </a:accent3>
      <a:accent4>
        <a:srgbClr val="6666E2"/>
      </a:accent4>
      <a:accent5>
        <a:srgbClr val="66C26C"/>
      </a:accent5>
      <a:accent6>
        <a:srgbClr val="10CF9B"/>
      </a:accent6>
      <a:hlink>
        <a:srgbClr val="4485DC"/>
      </a:hlink>
      <a:folHlink>
        <a:srgbClr val="25AAD5"/>
      </a:folHlink>
    </a:clrScheme>
    <a:fontScheme name="Custom 2">
      <a:majorFont>
        <a:latin typeface="Aptos Light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hroma" id="{DC2B181E-9B25-4FFB-A269-A81149E37B96}" vid="{FD28A279-D9A1-4F6C-9122-D382EE67827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856</TotalTime>
  <Words>1079</Words>
  <Application>Microsoft Office PowerPoint</Application>
  <PresentationFormat>와이드스크린</PresentationFormat>
  <Paragraphs>214</Paragraphs>
  <Slides>21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7" baseType="lpstr">
      <vt:lpstr>맑은 고딕</vt:lpstr>
      <vt:lpstr>Aptos</vt:lpstr>
      <vt:lpstr>Aptos Light</vt:lpstr>
      <vt:lpstr>Arial</vt:lpstr>
      <vt:lpstr>Cambria Math</vt:lpstr>
      <vt:lpstr>Chroma</vt:lpstr>
      <vt:lpstr>스포츠 데이터 분석  실시간 승률 예측</vt:lpstr>
      <vt:lpstr>목차</vt:lpstr>
      <vt:lpstr>Softmax 함수</vt:lpstr>
      <vt:lpstr>Softmax 함수</vt:lpstr>
      <vt:lpstr>Softmax 함수</vt:lpstr>
      <vt:lpstr>Softmax 특징</vt:lpstr>
      <vt:lpstr>Softmax 특징</vt:lpstr>
      <vt:lpstr>인공지능 vs 머신러닝 vs 딥러닝</vt:lpstr>
      <vt:lpstr>Machine Learning</vt:lpstr>
      <vt:lpstr>Deep Learning</vt:lpstr>
      <vt:lpstr>Multi-Layer Perceptron</vt:lpstr>
      <vt:lpstr>Multi-Layer Perceptron</vt:lpstr>
      <vt:lpstr>Multi-Layer Perceptron</vt:lpstr>
      <vt:lpstr>Multi-Layer Perceptron</vt:lpstr>
      <vt:lpstr>Multi-Layer Perceptron</vt:lpstr>
      <vt:lpstr>주제 선정 동기(실시간 승률 분석)</vt:lpstr>
      <vt:lpstr>데이터 수집 및 처리 과정</vt:lpstr>
      <vt:lpstr>PowerPoint 프레젠테이션</vt:lpstr>
      <vt:lpstr>핵심 지표 설명</vt:lpstr>
      <vt:lpstr>데이터 수집 및 처리 과정</vt:lpstr>
      <vt:lpstr>모델 개발 및 시스템 구축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민찬 주</dc:creator>
  <cp:lastModifiedBy>김 승준</cp:lastModifiedBy>
  <cp:revision>3</cp:revision>
  <dcterms:created xsi:type="dcterms:W3CDTF">2025-09-20T07:51:50Z</dcterms:created>
  <dcterms:modified xsi:type="dcterms:W3CDTF">2025-10-19T13:26:08Z</dcterms:modified>
</cp:coreProperties>
</file>